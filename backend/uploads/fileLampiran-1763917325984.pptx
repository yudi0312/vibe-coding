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diagrams/data30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30.xml" ContentType="application/vnd.ms-office.drawingml.diagramDrawing+xml"/>
  <Override PartName="/ppt/diagrams/data31.xml" ContentType="application/vnd.openxmlformats-officedocument.drawingml.diagramData+xml"/>
  <Override PartName="/ppt/diagrams/layout31.xml" ContentType="application/vnd.openxmlformats-officedocument.drawingml.diagramLayout+xml"/>
  <Override PartName="/ppt/diagrams/quickStyle31.xml" ContentType="application/vnd.openxmlformats-officedocument.drawingml.diagramStyle+xml"/>
  <Override PartName="/ppt/diagrams/colors31.xml" ContentType="application/vnd.openxmlformats-officedocument.drawingml.diagramColors+xml"/>
  <Override PartName="/ppt/diagrams/drawing31.xml" ContentType="application/vnd.ms-office.drawingml.diagramDrawing+xml"/>
  <Override PartName="/ppt/diagrams/data32.xml" ContentType="application/vnd.openxmlformats-officedocument.drawingml.diagramData+xml"/>
  <Override PartName="/ppt/diagrams/layout32.xml" ContentType="application/vnd.openxmlformats-officedocument.drawingml.diagramLayout+xml"/>
  <Override PartName="/ppt/diagrams/quickStyle32.xml" ContentType="application/vnd.openxmlformats-officedocument.drawingml.diagramStyle+xml"/>
  <Override PartName="/ppt/diagrams/colors32.xml" ContentType="application/vnd.openxmlformats-officedocument.drawingml.diagramColors+xml"/>
  <Override PartName="/ppt/diagrams/drawing32.xml" ContentType="application/vnd.ms-office.drawingml.diagramDrawing+xml"/>
  <Override PartName="/ppt/diagrams/data33.xml" ContentType="application/vnd.openxmlformats-officedocument.drawingml.diagramData+xml"/>
  <Override PartName="/ppt/diagrams/layout33.xml" ContentType="application/vnd.openxmlformats-officedocument.drawingml.diagramLayout+xml"/>
  <Override PartName="/ppt/diagrams/quickStyle33.xml" ContentType="application/vnd.openxmlformats-officedocument.drawingml.diagramStyle+xml"/>
  <Override PartName="/ppt/diagrams/colors33.xml" ContentType="application/vnd.openxmlformats-officedocument.drawingml.diagramColors+xml"/>
  <Override PartName="/ppt/diagrams/drawing33.xml" ContentType="application/vnd.ms-office.drawingml.diagramDrawing+xml"/>
  <Override PartName="/ppt/diagrams/data34.xml" ContentType="application/vnd.openxmlformats-officedocument.drawingml.diagramData+xml"/>
  <Override PartName="/ppt/diagrams/layout34.xml" ContentType="application/vnd.openxmlformats-officedocument.drawingml.diagramLayout+xml"/>
  <Override PartName="/ppt/diagrams/quickStyle34.xml" ContentType="application/vnd.openxmlformats-officedocument.drawingml.diagramStyle+xml"/>
  <Override PartName="/ppt/diagrams/colors34.xml" ContentType="application/vnd.openxmlformats-officedocument.drawingml.diagramColors+xml"/>
  <Override PartName="/ppt/diagrams/drawing34.xml" ContentType="application/vnd.ms-office.drawingml.diagramDrawing+xml"/>
  <Override PartName="/ppt/diagrams/data35.xml" ContentType="application/vnd.openxmlformats-officedocument.drawingml.diagramData+xml"/>
  <Override PartName="/ppt/diagrams/layout35.xml" ContentType="application/vnd.openxmlformats-officedocument.drawingml.diagramLayout+xml"/>
  <Override PartName="/ppt/diagrams/quickStyle35.xml" ContentType="application/vnd.openxmlformats-officedocument.drawingml.diagramStyle+xml"/>
  <Override PartName="/ppt/diagrams/colors35.xml" ContentType="application/vnd.openxmlformats-officedocument.drawingml.diagramColors+xml"/>
  <Override PartName="/ppt/diagrams/drawing3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40"/>
  </p:notesMasterIdLst>
  <p:sldIdLst>
    <p:sldId id="256" r:id="rId2"/>
    <p:sldId id="258" r:id="rId3"/>
    <p:sldId id="271" r:id="rId4"/>
    <p:sldId id="257" r:id="rId5"/>
    <p:sldId id="285" r:id="rId6"/>
    <p:sldId id="288" r:id="rId7"/>
    <p:sldId id="289" r:id="rId8"/>
    <p:sldId id="290" r:id="rId9"/>
    <p:sldId id="291" r:id="rId10"/>
    <p:sldId id="292" r:id="rId11"/>
    <p:sldId id="293" r:id="rId12"/>
    <p:sldId id="294" r:id="rId13"/>
    <p:sldId id="295" r:id="rId14"/>
    <p:sldId id="296" r:id="rId15"/>
    <p:sldId id="297" r:id="rId16"/>
    <p:sldId id="298" r:id="rId17"/>
    <p:sldId id="299" r:id="rId18"/>
    <p:sldId id="300" r:id="rId19"/>
    <p:sldId id="301" r:id="rId20"/>
    <p:sldId id="302" r:id="rId21"/>
    <p:sldId id="303" r:id="rId22"/>
    <p:sldId id="304" r:id="rId23"/>
    <p:sldId id="305" r:id="rId24"/>
    <p:sldId id="306" r:id="rId25"/>
    <p:sldId id="307" r:id="rId26"/>
    <p:sldId id="308" r:id="rId27"/>
    <p:sldId id="309" r:id="rId28"/>
    <p:sldId id="310" r:id="rId29"/>
    <p:sldId id="311" r:id="rId30"/>
    <p:sldId id="312" r:id="rId31"/>
    <p:sldId id="313" r:id="rId32"/>
    <p:sldId id="314" r:id="rId33"/>
    <p:sldId id="315" r:id="rId34"/>
    <p:sldId id="316" r:id="rId35"/>
    <p:sldId id="317" r:id="rId36"/>
    <p:sldId id="318" r:id="rId37"/>
    <p:sldId id="320" r:id="rId38"/>
    <p:sldId id="319" r:id="rI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0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4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5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BF781CC-7420-4A56-90AB-F5CB9D0F51E2}" type="doc">
      <dgm:prSet loTypeId="urn:microsoft.com/office/officeart/2005/8/layout/vList2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9207B0D3-2CED-4699-96F7-0E274F18C91F}">
      <dgm:prSet/>
      <dgm:spPr/>
      <dgm:t>
        <a:bodyPr/>
        <a:lstStyle/>
        <a:p>
          <a:r>
            <a:rPr lang="en-US" dirty="0"/>
            <a:t>1. </a:t>
          </a:r>
          <a:r>
            <a:rPr lang="en-US" dirty="0" err="1"/>
            <a:t>Studi</a:t>
          </a:r>
          <a:r>
            <a:rPr lang="en-US" dirty="0"/>
            <a:t> </a:t>
          </a:r>
          <a:r>
            <a:rPr lang="en-US" dirty="0" err="1"/>
            <a:t>kasus</a:t>
          </a:r>
          <a:r>
            <a:rPr lang="en-US" dirty="0"/>
            <a:t> dan </a:t>
          </a:r>
          <a:r>
            <a:rPr lang="en-US" dirty="0" err="1"/>
            <a:t>aplikasi</a:t>
          </a:r>
          <a:r>
            <a:rPr lang="en-US" dirty="0"/>
            <a:t> </a:t>
          </a:r>
          <a:r>
            <a:rPr lang="en-US" dirty="0" err="1"/>
            <a:t>praktis</a:t>
          </a:r>
          <a:r>
            <a:rPr lang="en-US" dirty="0"/>
            <a:t> domain DSS.</a:t>
          </a:r>
          <a:endParaRPr lang="en-US" b="1" dirty="0"/>
        </a:p>
      </dgm:t>
    </dgm:pt>
    <dgm:pt modelId="{49FF40C6-02BC-4B10-8E0E-291C79ED30F0}" type="parTrans" cxnId="{CF77500D-82A8-4498-8145-97F81AAEFD2B}">
      <dgm:prSet/>
      <dgm:spPr/>
      <dgm:t>
        <a:bodyPr/>
        <a:lstStyle/>
        <a:p>
          <a:endParaRPr lang="en-US" b="1"/>
        </a:p>
      </dgm:t>
    </dgm:pt>
    <dgm:pt modelId="{B5AECEEF-72EF-4B0F-B8F6-B42BD122283F}" type="sibTrans" cxnId="{CF77500D-82A8-4498-8145-97F81AAEFD2B}">
      <dgm:prSet/>
      <dgm:spPr/>
      <dgm:t>
        <a:bodyPr/>
        <a:lstStyle/>
        <a:p>
          <a:endParaRPr lang="en-US" b="1"/>
        </a:p>
      </dgm:t>
    </dgm:pt>
    <dgm:pt modelId="{1D020AD6-9ACA-4EDA-BB53-2ECE019C3729}">
      <dgm:prSet/>
      <dgm:spPr/>
      <dgm:t>
        <a:bodyPr/>
        <a:lstStyle/>
        <a:p>
          <a:r>
            <a:rPr lang="en-US" dirty="0"/>
            <a:t>2. </a:t>
          </a:r>
          <a:r>
            <a:rPr lang="en-US" dirty="0" err="1"/>
            <a:t>Manajemen</a:t>
          </a:r>
          <a:r>
            <a:rPr lang="en-US" dirty="0"/>
            <a:t> </a:t>
          </a:r>
          <a:r>
            <a:rPr lang="en-US" dirty="0" err="1"/>
            <a:t>insiden</a:t>
          </a:r>
          <a:r>
            <a:rPr lang="en-US" dirty="0"/>
            <a:t> dan </a:t>
          </a:r>
          <a:r>
            <a:rPr lang="en-US" dirty="0" err="1"/>
            <a:t>layanan</a:t>
          </a:r>
          <a:r>
            <a:rPr lang="en-US" dirty="0"/>
            <a:t> </a:t>
          </a:r>
          <a:r>
            <a:rPr lang="en-US" dirty="0" err="1"/>
            <a:t>dalam</a:t>
          </a:r>
          <a:r>
            <a:rPr lang="en-US" dirty="0"/>
            <a:t> domain DSS.</a:t>
          </a:r>
          <a:endParaRPr lang="en-US" b="1" dirty="0"/>
        </a:p>
      </dgm:t>
    </dgm:pt>
    <dgm:pt modelId="{F8E04056-E8D9-48CB-9005-320580628565}" type="parTrans" cxnId="{64C87EC8-ED0E-4B95-A1B1-07CFBD1CBB75}">
      <dgm:prSet/>
      <dgm:spPr/>
      <dgm:t>
        <a:bodyPr/>
        <a:lstStyle/>
        <a:p>
          <a:endParaRPr lang="en-US"/>
        </a:p>
      </dgm:t>
    </dgm:pt>
    <dgm:pt modelId="{55182247-C6EB-440A-9665-C16EFE6D8A60}" type="sibTrans" cxnId="{64C87EC8-ED0E-4B95-A1B1-07CFBD1CBB75}">
      <dgm:prSet/>
      <dgm:spPr/>
      <dgm:t>
        <a:bodyPr/>
        <a:lstStyle/>
        <a:p>
          <a:endParaRPr lang="en-US"/>
        </a:p>
      </dgm:t>
    </dgm:pt>
    <dgm:pt modelId="{FA4CC60B-2DD6-4C5F-B6B5-556DAECD7EA2}" type="pres">
      <dgm:prSet presAssocID="{FBF781CC-7420-4A56-90AB-F5CB9D0F51E2}" presName="linear" presStyleCnt="0">
        <dgm:presLayoutVars>
          <dgm:animLvl val="lvl"/>
          <dgm:resizeHandles val="exact"/>
        </dgm:presLayoutVars>
      </dgm:prSet>
      <dgm:spPr/>
    </dgm:pt>
    <dgm:pt modelId="{841891F1-0C68-48AD-9E2C-28D54DD6DC7A}" type="pres">
      <dgm:prSet presAssocID="{9207B0D3-2CED-4699-96F7-0E274F18C91F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7740D6D5-50FD-4DCA-B6D5-BD13756ACBEE}" type="pres">
      <dgm:prSet presAssocID="{B5AECEEF-72EF-4B0F-B8F6-B42BD122283F}" presName="spacer" presStyleCnt="0"/>
      <dgm:spPr/>
    </dgm:pt>
    <dgm:pt modelId="{6505F7B5-B5B5-4AA4-BEB0-79F9781563D0}" type="pres">
      <dgm:prSet presAssocID="{1D020AD6-9ACA-4EDA-BB53-2ECE019C3729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CF77500D-82A8-4498-8145-97F81AAEFD2B}" srcId="{FBF781CC-7420-4A56-90AB-F5CB9D0F51E2}" destId="{9207B0D3-2CED-4699-96F7-0E274F18C91F}" srcOrd="0" destOrd="0" parTransId="{49FF40C6-02BC-4B10-8E0E-291C79ED30F0}" sibTransId="{B5AECEEF-72EF-4B0F-B8F6-B42BD122283F}"/>
    <dgm:cxn modelId="{50A98878-3034-4ADA-860C-A47C9EB6CCDE}" type="presOf" srcId="{FBF781CC-7420-4A56-90AB-F5CB9D0F51E2}" destId="{FA4CC60B-2DD6-4C5F-B6B5-556DAECD7EA2}" srcOrd="0" destOrd="0" presId="urn:microsoft.com/office/officeart/2005/8/layout/vList2"/>
    <dgm:cxn modelId="{6697AF9E-F109-4787-B6A9-7DF454418812}" type="presOf" srcId="{1D020AD6-9ACA-4EDA-BB53-2ECE019C3729}" destId="{6505F7B5-B5B5-4AA4-BEB0-79F9781563D0}" srcOrd="0" destOrd="0" presId="urn:microsoft.com/office/officeart/2005/8/layout/vList2"/>
    <dgm:cxn modelId="{64C87EC8-ED0E-4B95-A1B1-07CFBD1CBB75}" srcId="{FBF781CC-7420-4A56-90AB-F5CB9D0F51E2}" destId="{1D020AD6-9ACA-4EDA-BB53-2ECE019C3729}" srcOrd="1" destOrd="0" parTransId="{F8E04056-E8D9-48CB-9005-320580628565}" sibTransId="{55182247-C6EB-440A-9665-C16EFE6D8A60}"/>
    <dgm:cxn modelId="{3B231EFB-3B8D-4338-8736-0B9217B4D95E}" type="presOf" srcId="{9207B0D3-2CED-4699-96F7-0E274F18C91F}" destId="{841891F1-0C68-48AD-9E2C-28D54DD6DC7A}" srcOrd="0" destOrd="0" presId="urn:microsoft.com/office/officeart/2005/8/layout/vList2"/>
    <dgm:cxn modelId="{195679F7-5E0A-4BC2-8B95-85E065577AA9}" type="presParOf" srcId="{FA4CC60B-2DD6-4C5F-B6B5-556DAECD7EA2}" destId="{841891F1-0C68-48AD-9E2C-28D54DD6DC7A}" srcOrd="0" destOrd="0" presId="urn:microsoft.com/office/officeart/2005/8/layout/vList2"/>
    <dgm:cxn modelId="{84640266-EAD9-473F-B46A-F27279EC6438}" type="presParOf" srcId="{FA4CC60B-2DD6-4C5F-B6B5-556DAECD7EA2}" destId="{7740D6D5-50FD-4DCA-B6D5-BD13756ACBEE}" srcOrd="1" destOrd="0" presId="urn:microsoft.com/office/officeart/2005/8/layout/vList2"/>
    <dgm:cxn modelId="{AC5345FD-F01D-4A4D-BD15-11F9674B94ED}" type="presParOf" srcId="{FA4CC60B-2DD6-4C5F-B6B5-556DAECD7EA2}" destId="{6505F7B5-B5B5-4AA4-BEB0-79F9781563D0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299D6D0-5C7E-41B0-861B-43D5EE693171}" type="doc">
      <dgm:prSet loTypeId="urn:microsoft.com/office/officeart/2005/8/layout/list1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1D16BF37-DFEF-4F7B-B51C-F34F8B3BDCC5}">
      <dgm:prSet custT="1"/>
      <dgm:spPr/>
      <dgm:t>
        <a:bodyPr/>
        <a:lstStyle/>
        <a:p>
          <a:pPr algn="just"/>
          <a:r>
            <a:rPr lang="en-US" sz="2000" b="1" dirty="0" err="1"/>
            <a:t>Studi</a:t>
          </a:r>
          <a:r>
            <a:rPr lang="en-US" sz="2000" b="1" dirty="0"/>
            <a:t> </a:t>
          </a:r>
          <a:r>
            <a:rPr lang="en-US" sz="2000" b="1" dirty="0" err="1"/>
            <a:t>Kasus</a:t>
          </a:r>
          <a:r>
            <a:rPr lang="en-US" sz="2000" b="1" dirty="0"/>
            <a:t> 1: </a:t>
          </a:r>
          <a:r>
            <a:rPr lang="en-US" sz="2000" b="1" dirty="0" err="1"/>
            <a:t>Manajemen</a:t>
          </a:r>
          <a:r>
            <a:rPr lang="en-US" sz="2000" b="1" dirty="0"/>
            <a:t> </a:t>
          </a:r>
          <a:r>
            <a:rPr lang="en-US" sz="2000" b="1" dirty="0" err="1"/>
            <a:t>Insiden</a:t>
          </a:r>
          <a:r>
            <a:rPr lang="en-US" sz="2000" b="1" dirty="0"/>
            <a:t> di Perusahaan Telekomunikasi</a:t>
          </a:r>
          <a:endParaRPr lang="en-US" sz="2000" dirty="0"/>
        </a:p>
      </dgm:t>
    </dgm:pt>
    <dgm:pt modelId="{61D81B5B-AF1C-428D-A968-60A25249BE27}" type="parTrans" cxnId="{538DC1D2-2CDB-4A31-9CC3-41C012A8F2B4}">
      <dgm:prSet/>
      <dgm:spPr/>
      <dgm:t>
        <a:bodyPr/>
        <a:lstStyle/>
        <a:p>
          <a:pPr algn="just"/>
          <a:endParaRPr lang="en-US" sz="2800"/>
        </a:p>
      </dgm:t>
    </dgm:pt>
    <dgm:pt modelId="{053C63AF-502B-4D1D-900D-9B0753A7BF51}" type="sibTrans" cxnId="{538DC1D2-2CDB-4A31-9CC3-41C012A8F2B4}">
      <dgm:prSet/>
      <dgm:spPr/>
      <dgm:t>
        <a:bodyPr/>
        <a:lstStyle/>
        <a:p>
          <a:pPr algn="just"/>
          <a:endParaRPr lang="en-US" sz="2800"/>
        </a:p>
      </dgm:t>
    </dgm:pt>
    <dgm:pt modelId="{79A5708C-D753-4A3E-A2CB-39AA1F95225D}">
      <dgm:prSet custT="1"/>
      <dgm:spPr/>
      <dgm:t>
        <a:bodyPr/>
        <a:lstStyle/>
        <a:p>
          <a:pPr algn="just"/>
          <a:r>
            <a:rPr lang="en-US" sz="2000" b="1" dirty="0" err="1"/>
            <a:t>Latar</a:t>
          </a:r>
          <a:r>
            <a:rPr lang="en-US" sz="2000" b="1" dirty="0"/>
            <a:t> </a:t>
          </a:r>
          <a:r>
            <a:rPr lang="en-US" sz="2000" b="1" dirty="0" err="1"/>
            <a:t>Belakang</a:t>
          </a:r>
          <a:r>
            <a:rPr lang="en-US" sz="2000" b="1" dirty="0"/>
            <a:t>:</a:t>
          </a:r>
          <a:endParaRPr lang="en-US" sz="2000" dirty="0"/>
        </a:p>
      </dgm:t>
    </dgm:pt>
    <dgm:pt modelId="{81D9104B-FDFE-445B-9AC7-057E08F4BCC8}" type="parTrans" cxnId="{CB10E699-0700-40FC-922B-19DD6BA06B16}">
      <dgm:prSet/>
      <dgm:spPr/>
      <dgm:t>
        <a:bodyPr/>
        <a:lstStyle/>
        <a:p>
          <a:pPr algn="just"/>
          <a:endParaRPr lang="en-US" sz="2800"/>
        </a:p>
      </dgm:t>
    </dgm:pt>
    <dgm:pt modelId="{A43FC75E-7227-46D5-B2A4-A0FA89DC9E15}" type="sibTrans" cxnId="{CB10E699-0700-40FC-922B-19DD6BA06B16}">
      <dgm:prSet/>
      <dgm:spPr/>
      <dgm:t>
        <a:bodyPr/>
        <a:lstStyle/>
        <a:p>
          <a:pPr algn="just"/>
          <a:endParaRPr lang="en-US" sz="2800"/>
        </a:p>
      </dgm:t>
    </dgm:pt>
    <dgm:pt modelId="{39974C64-540E-4053-91F0-6431623E63E4}">
      <dgm:prSet custT="1"/>
      <dgm:spPr/>
      <dgm:t>
        <a:bodyPr/>
        <a:lstStyle/>
        <a:p>
          <a:pPr algn="just"/>
          <a:r>
            <a:rPr lang="en-US" sz="2000" dirty="0" err="1"/>
            <a:t>Sebuah</a:t>
          </a:r>
          <a:r>
            <a:rPr lang="en-US" sz="2000" dirty="0"/>
            <a:t> </a:t>
          </a:r>
          <a:r>
            <a:rPr lang="en-US" sz="2000" dirty="0" err="1"/>
            <a:t>perusahaan</a:t>
          </a:r>
          <a:r>
            <a:rPr lang="en-US" sz="2000" dirty="0"/>
            <a:t> </a:t>
          </a:r>
          <a:r>
            <a:rPr lang="en-US" sz="2000" dirty="0" err="1"/>
            <a:t>telekomunikasi</a:t>
          </a:r>
          <a:r>
            <a:rPr lang="en-US" sz="2000" dirty="0"/>
            <a:t> </a:t>
          </a:r>
          <a:r>
            <a:rPr lang="en-US" sz="2000" dirty="0" err="1"/>
            <a:t>besar</a:t>
          </a:r>
          <a:r>
            <a:rPr lang="en-US" sz="2000" dirty="0"/>
            <a:t> </a:t>
          </a:r>
          <a:r>
            <a:rPr lang="en-US" sz="2000" dirty="0" err="1"/>
            <a:t>mengalami</a:t>
          </a:r>
          <a:r>
            <a:rPr lang="en-US" sz="2000" dirty="0"/>
            <a:t> </a:t>
          </a:r>
          <a:r>
            <a:rPr lang="en-US" sz="2000" dirty="0" err="1"/>
            <a:t>peningkatan</a:t>
          </a:r>
          <a:r>
            <a:rPr lang="en-US" sz="2000" dirty="0"/>
            <a:t> </a:t>
          </a:r>
          <a:r>
            <a:rPr lang="en-US" sz="2000" dirty="0" err="1"/>
            <a:t>jumlah</a:t>
          </a:r>
          <a:r>
            <a:rPr lang="en-US" sz="2000" dirty="0"/>
            <a:t> </a:t>
          </a:r>
          <a:r>
            <a:rPr lang="en-US" sz="2000" dirty="0" err="1"/>
            <a:t>insiden</a:t>
          </a:r>
          <a:r>
            <a:rPr lang="en-US" sz="2000" dirty="0"/>
            <a:t> </a:t>
          </a:r>
          <a:r>
            <a:rPr lang="en-US" sz="2000" dirty="0" err="1"/>
            <a:t>jaringan</a:t>
          </a:r>
          <a:r>
            <a:rPr lang="en-US" sz="2000" dirty="0"/>
            <a:t> yang </a:t>
          </a:r>
          <a:r>
            <a:rPr lang="en-US" sz="2000" dirty="0" err="1"/>
            <a:t>menyebabkan</a:t>
          </a:r>
          <a:r>
            <a:rPr lang="en-US" sz="2000" dirty="0"/>
            <a:t> </a:t>
          </a:r>
          <a:r>
            <a:rPr lang="en-US" sz="2000" dirty="0" err="1"/>
            <a:t>gangguan</a:t>
          </a:r>
          <a:r>
            <a:rPr lang="en-US" sz="2000" dirty="0"/>
            <a:t> </a:t>
          </a:r>
          <a:r>
            <a:rPr lang="en-US" sz="2000" dirty="0" err="1"/>
            <a:t>layanan</a:t>
          </a:r>
          <a:r>
            <a:rPr lang="en-US" sz="2000" dirty="0"/>
            <a:t> </a:t>
          </a:r>
          <a:r>
            <a:rPr lang="en-US" sz="2000" dirty="0" err="1"/>
            <a:t>signifikan</a:t>
          </a:r>
          <a:r>
            <a:rPr lang="en-US" sz="2000" dirty="0"/>
            <a:t> </a:t>
          </a:r>
          <a:r>
            <a:rPr lang="en-US" sz="2000" dirty="0" err="1"/>
            <a:t>bagi</a:t>
          </a:r>
          <a:r>
            <a:rPr lang="en-US" sz="2000" dirty="0"/>
            <a:t> </a:t>
          </a:r>
          <a:r>
            <a:rPr lang="en-US" sz="2000" dirty="0" err="1"/>
            <a:t>pelanggan</a:t>
          </a:r>
          <a:r>
            <a:rPr lang="en-US" sz="2000" dirty="0"/>
            <a:t>. </a:t>
          </a:r>
        </a:p>
      </dgm:t>
    </dgm:pt>
    <dgm:pt modelId="{F5B47AA1-4562-4B35-A682-F4FAC9E79B2C}" type="parTrans" cxnId="{DCE98822-17D5-4775-8663-5DBDA6847E54}">
      <dgm:prSet/>
      <dgm:spPr/>
      <dgm:t>
        <a:bodyPr/>
        <a:lstStyle/>
        <a:p>
          <a:pPr algn="just"/>
          <a:endParaRPr lang="en-US" sz="2800"/>
        </a:p>
      </dgm:t>
    </dgm:pt>
    <dgm:pt modelId="{97198350-AA11-4F28-9B12-236AE904FDB1}" type="sibTrans" cxnId="{DCE98822-17D5-4775-8663-5DBDA6847E54}">
      <dgm:prSet/>
      <dgm:spPr/>
      <dgm:t>
        <a:bodyPr/>
        <a:lstStyle/>
        <a:p>
          <a:pPr algn="just"/>
          <a:endParaRPr lang="en-US" sz="2800"/>
        </a:p>
      </dgm:t>
    </dgm:pt>
    <dgm:pt modelId="{D2BE03DE-1B00-4A61-9902-77A331F3725B}">
      <dgm:prSet custT="1"/>
      <dgm:spPr/>
      <dgm:t>
        <a:bodyPr/>
        <a:lstStyle/>
        <a:p>
          <a:pPr algn="just"/>
          <a:r>
            <a:rPr lang="en-US" sz="2000" dirty="0" err="1"/>
            <a:t>Manajemen</a:t>
          </a:r>
          <a:r>
            <a:rPr lang="en-US" sz="2000" dirty="0"/>
            <a:t> </a:t>
          </a:r>
          <a:r>
            <a:rPr lang="en-US" sz="2000" dirty="0" err="1"/>
            <a:t>perusahaan</a:t>
          </a:r>
          <a:r>
            <a:rPr lang="en-US" sz="2000" dirty="0"/>
            <a:t> </a:t>
          </a:r>
          <a:r>
            <a:rPr lang="en-US" sz="2000" dirty="0" err="1"/>
            <a:t>memutuskan</a:t>
          </a:r>
          <a:r>
            <a:rPr lang="en-US" sz="2000" dirty="0"/>
            <a:t> </a:t>
          </a:r>
          <a:r>
            <a:rPr lang="en-US" sz="2000" dirty="0" err="1"/>
            <a:t>untuk</a:t>
          </a:r>
          <a:r>
            <a:rPr lang="en-US" sz="2000" dirty="0"/>
            <a:t> </a:t>
          </a:r>
          <a:r>
            <a:rPr lang="en-US" sz="2000" dirty="0" err="1"/>
            <a:t>memperbaiki</a:t>
          </a:r>
          <a:r>
            <a:rPr lang="en-US" sz="2000" dirty="0"/>
            <a:t> proses </a:t>
          </a:r>
          <a:r>
            <a:rPr lang="en-US" sz="2000" dirty="0" err="1"/>
            <a:t>manajemen</a:t>
          </a:r>
          <a:r>
            <a:rPr lang="en-US" sz="2000" dirty="0"/>
            <a:t> </a:t>
          </a:r>
          <a:r>
            <a:rPr lang="en-US" sz="2000" dirty="0" err="1"/>
            <a:t>insiden</a:t>
          </a:r>
          <a:r>
            <a:rPr lang="en-US" sz="2000" dirty="0"/>
            <a:t> </a:t>
          </a:r>
          <a:r>
            <a:rPr lang="en-US" sz="2000" dirty="0" err="1"/>
            <a:t>mereka</a:t>
          </a:r>
          <a:r>
            <a:rPr lang="en-US" sz="2000" dirty="0"/>
            <a:t> </a:t>
          </a:r>
          <a:r>
            <a:rPr lang="en-US" sz="2000" dirty="0" err="1"/>
            <a:t>menggunakan</a:t>
          </a:r>
          <a:r>
            <a:rPr lang="en-US" sz="2000" dirty="0"/>
            <a:t> </a:t>
          </a:r>
          <a:r>
            <a:rPr lang="en-US" sz="2000" dirty="0" err="1"/>
            <a:t>kerangka</a:t>
          </a:r>
          <a:r>
            <a:rPr lang="en-US" sz="2000" dirty="0"/>
            <a:t> </a:t>
          </a:r>
          <a:r>
            <a:rPr lang="en-US" sz="2000" dirty="0" err="1"/>
            <a:t>kerja</a:t>
          </a:r>
          <a:r>
            <a:rPr lang="en-US" sz="2000" dirty="0"/>
            <a:t> COBIT 2019.</a:t>
          </a:r>
        </a:p>
      </dgm:t>
    </dgm:pt>
    <dgm:pt modelId="{6ECE7E5B-2375-42B5-B755-3D0273702B07}" type="parTrans" cxnId="{495CFB51-B75E-4924-A8B5-60E6DE03E8B2}">
      <dgm:prSet/>
      <dgm:spPr/>
      <dgm:t>
        <a:bodyPr/>
        <a:lstStyle/>
        <a:p>
          <a:endParaRPr lang="en-US"/>
        </a:p>
      </dgm:t>
    </dgm:pt>
    <dgm:pt modelId="{A0B752CB-CDC7-4CDD-884A-42AB37B7442E}" type="sibTrans" cxnId="{495CFB51-B75E-4924-A8B5-60E6DE03E8B2}">
      <dgm:prSet/>
      <dgm:spPr/>
      <dgm:t>
        <a:bodyPr/>
        <a:lstStyle/>
        <a:p>
          <a:endParaRPr lang="en-US"/>
        </a:p>
      </dgm:t>
    </dgm:pt>
    <dgm:pt modelId="{B16AE6AA-F027-4BDD-8E93-259A0B8CF94D}" type="pres">
      <dgm:prSet presAssocID="{2299D6D0-5C7E-41B0-861B-43D5EE693171}" presName="linear" presStyleCnt="0">
        <dgm:presLayoutVars>
          <dgm:dir/>
          <dgm:animLvl val="lvl"/>
          <dgm:resizeHandles val="exact"/>
        </dgm:presLayoutVars>
      </dgm:prSet>
      <dgm:spPr/>
    </dgm:pt>
    <dgm:pt modelId="{72576414-C857-47AC-8AF4-00C696BEB066}" type="pres">
      <dgm:prSet presAssocID="{1D16BF37-DFEF-4F7B-B51C-F34F8B3BDCC5}" presName="parentLin" presStyleCnt="0"/>
      <dgm:spPr/>
    </dgm:pt>
    <dgm:pt modelId="{1052619D-4620-4105-B98F-9C0D130B4623}" type="pres">
      <dgm:prSet presAssocID="{1D16BF37-DFEF-4F7B-B51C-F34F8B3BDCC5}" presName="parentLeftMargin" presStyleLbl="node1" presStyleIdx="0" presStyleCnt="1"/>
      <dgm:spPr/>
    </dgm:pt>
    <dgm:pt modelId="{32D0F885-36B7-43B0-8CF8-70FD41F999E7}" type="pres">
      <dgm:prSet presAssocID="{1D16BF37-DFEF-4F7B-B51C-F34F8B3BDCC5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F1638CF6-C0BE-4015-A8BD-E12935659C60}" type="pres">
      <dgm:prSet presAssocID="{1D16BF37-DFEF-4F7B-B51C-F34F8B3BDCC5}" presName="negativeSpace" presStyleCnt="0"/>
      <dgm:spPr/>
    </dgm:pt>
    <dgm:pt modelId="{9CF363F6-CAFE-4161-A5B8-8709D9ECDCC2}" type="pres">
      <dgm:prSet presAssocID="{1D16BF37-DFEF-4F7B-B51C-F34F8B3BDCC5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B6F6B904-C5DF-475E-A058-EDA833A8EC75}" type="presOf" srcId="{39974C64-540E-4053-91F0-6431623E63E4}" destId="{9CF363F6-CAFE-4161-A5B8-8709D9ECDCC2}" srcOrd="0" destOrd="1" presId="urn:microsoft.com/office/officeart/2005/8/layout/list1"/>
    <dgm:cxn modelId="{DCE98822-17D5-4775-8663-5DBDA6847E54}" srcId="{1D16BF37-DFEF-4F7B-B51C-F34F8B3BDCC5}" destId="{39974C64-540E-4053-91F0-6431623E63E4}" srcOrd="1" destOrd="0" parTransId="{F5B47AA1-4562-4B35-A682-F4FAC9E79B2C}" sibTransId="{97198350-AA11-4F28-9B12-236AE904FDB1}"/>
    <dgm:cxn modelId="{495CFB51-B75E-4924-A8B5-60E6DE03E8B2}" srcId="{1D16BF37-DFEF-4F7B-B51C-F34F8B3BDCC5}" destId="{D2BE03DE-1B00-4A61-9902-77A331F3725B}" srcOrd="2" destOrd="0" parTransId="{6ECE7E5B-2375-42B5-B755-3D0273702B07}" sibTransId="{A0B752CB-CDC7-4CDD-884A-42AB37B7442E}"/>
    <dgm:cxn modelId="{26959256-A23D-42FC-BFE6-7D06B9EF4304}" type="presOf" srcId="{D2BE03DE-1B00-4A61-9902-77A331F3725B}" destId="{9CF363F6-CAFE-4161-A5B8-8709D9ECDCC2}" srcOrd="0" destOrd="2" presId="urn:microsoft.com/office/officeart/2005/8/layout/list1"/>
    <dgm:cxn modelId="{CB10E699-0700-40FC-922B-19DD6BA06B16}" srcId="{1D16BF37-DFEF-4F7B-B51C-F34F8B3BDCC5}" destId="{79A5708C-D753-4A3E-A2CB-39AA1F95225D}" srcOrd="0" destOrd="0" parTransId="{81D9104B-FDFE-445B-9AC7-057E08F4BCC8}" sibTransId="{A43FC75E-7227-46D5-B2A4-A0FA89DC9E15}"/>
    <dgm:cxn modelId="{AD2AE8BF-4960-4794-8647-D8E4175AA4B3}" type="presOf" srcId="{1D16BF37-DFEF-4F7B-B51C-F34F8B3BDCC5}" destId="{32D0F885-36B7-43B0-8CF8-70FD41F999E7}" srcOrd="1" destOrd="0" presId="urn:microsoft.com/office/officeart/2005/8/layout/list1"/>
    <dgm:cxn modelId="{2B4458C7-50E1-4E41-9622-B6719FCDB64D}" type="presOf" srcId="{1D16BF37-DFEF-4F7B-B51C-F34F8B3BDCC5}" destId="{1052619D-4620-4105-B98F-9C0D130B4623}" srcOrd="0" destOrd="0" presId="urn:microsoft.com/office/officeart/2005/8/layout/list1"/>
    <dgm:cxn modelId="{3CC395CB-20B6-484B-93A0-0D7A7C9A1CB7}" type="presOf" srcId="{2299D6D0-5C7E-41B0-861B-43D5EE693171}" destId="{B16AE6AA-F027-4BDD-8E93-259A0B8CF94D}" srcOrd="0" destOrd="0" presId="urn:microsoft.com/office/officeart/2005/8/layout/list1"/>
    <dgm:cxn modelId="{538DC1D2-2CDB-4A31-9CC3-41C012A8F2B4}" srcId="{2299D6D0-5C7E-41B0-861B-43D5EE693171}" destId="{1D16BF37-DFEF-4F7B-B51C-F34F8B3BDCC5}" srcOrd="0" destOrd="0" parTransId="{61D81B5B-AF1C-428D-A968-60A25249BE27}" sibTransId="{053C63AF-502B-4D1D-900D-9B0753A7BF51}"/>
    <dgm:cxn modelId="{F28979FC-AA7A-404D-9EBE-22C0F5E4F90C}" type="presOf" srcId="{79A5708C-D753-4A3E-A2CB-39AA1F95225D}" destId="{9CF363F6-CAFE-4161-A5B8-8709D9ECDCC2}" srcOrd="0" destOrd="0" presId="urn:microsoft.com/office/officeart/2005/8/layout/list1"/>
    <dgm:cxn modelId="{90A63365-10A6-48D5-81EA-855D3989DC4E}" type="presParOf" srcId="{B16AE6AA-F027-4BDD-8E93-259A0B8CF94D}" destId="{72576414-C857-47AC-8AF4-00C696BEB066}" srcOrd="0" destOrd="0" presId="urn:microsoft.com/office/officeart/2005/8/layout/list1"/>
    <dgm:cxn modelId="{C45FAE04-0469-46A4-8511-D9692CBEB343}" type="presParOf" srcId="{72576414-C857-47AC-8AF4-00C696BEB066}" destId="{1052619D-4620-4105-B98F-9C0D130B4623}" srcOrd="0" destOrd="0" presId="urn:microsoft.com/office/officeart/2005/8/layout/list1"/>
    <dgm:cxn modelId="{18132874-B202-4C74-A8A8-4736657C6709}" type="presParOf" srcId="{72576414-C857-47AC-8AF4-00C696BEB066}" destId="{32D0F885-36B7-43B0-8CF8-70FD41F999E7}" srcOrd="1" destOrd="0" presId="urn:microsoft.com/office/officeart/2005/8/layout/list1"/>
    <dgm:cxn modelId="{C388613B-37FE-4E0A-94A4-0F18F4FD53C3}" type="presParOf" srcId="{B16AE6AA-F027-4BDD-8E93-259A0B8CF94D}" destId="{F1638CF6-C0BE-4015-A8BD-E12935659C60}" srcOrd="1" destOrd="0" presId="urn:microsoft.com/office/officeart/2005/8/layout/list1"/>
    <dgm:cxn modelId="{99A38B2B-1EA4-4B1A-BE4A-E3652AFEE8EF}" type="presParOf" srcId="{B16AE6AA-F027-4BDD-8E93-259A0B8CF94D}" destId="{9CF363F6-CAFE-4161-A5B8-8709D9ECDCC2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299D6D0-5C7E-41B0-861B-43D5EE693171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1DA0E4E6-BE68-4DF9-8A90-9D6C8DBF717E}">
      <dgm:prSet/>
      <dgm:spPr/>
      <dgm:t>
        <a:bodyPr/>
        <a:lstStyle/>
        <a:p>
          <a:pPr algn="just">
            <a:buFont typeface="+mj-lt"/>
            <a:buAutoNum type="arabicPeriod"/>
          </a:pPr>
          <a:r>
            <a:rPr lang="en-US" b="1" dirty="0"/>
            <a:t>DSS02 - Manage Service Requests and Incidents</a:t>
          </a:r>
          <a:endParaRPr lang="en-US" dirty="0"/>
        </a:p>
      </dgm:t>
    </dgm:pt>
    <dgm:pt modelId="{7C831436-2A5B-42F3-A08B-ED95A84943D8}" type="parTrans" cxnId="{B148B3AF-A0F4-4E1B-87CC-61E95902472A}">
      <dgm:prSet/>
      <dgm:spPr/>
      <dgm:t>
        <a:bodyPr/>
        <a:lstStyle/>
        <a:p>
          <a:pPr algn="just"/>
          <a:endParaRPr lang="en-US"/>
        </a:p>
      </dgm:t>
    </dgm:pt>
    <dgm:pt modelId="{38D20797-B416-4170-97F7-757967EEBB54}" type="sibTrans" cxnId="{B148B3AF-A0F4-4E1B-87CC-61E95902472A}">
      <dgm:prSet/>
      <dgm:spPr/>
      <dgm:t>
        <a:bodyPr/>
        <a:lstStyle/>
        <a:p>
          <a:pPr algn="just"/>
          <a:endParaRPr lang="en-US"/>
        </a:p>
      </dgm:t>
    </dgm:pt>
    <dgm:pt modelId="{09864AE1-C64A-40DD-BABC-F95F3D36332B}">
      <dgm:prSet/>
      <dgm:spPr/>
      <dgm:t>
        <a:bodyPr/>
        <a:lstStyle/>
        <a:p>
          <a:pPr algn="just">
            <a:buSzPts val="1000"/>
            <a:buFont typeface="Courier New" panose="02070309020205020404" pitchFamily="49" charset="0"/>
            <a:buChar char="o"/>
          </a:pPr>
          <a:r>
            <a:rPr lang="en-US" b="1" dirty="0" err="1"/>
            <a:t>Aplikasi</a:t>
          </a:r>
          <a:r>
            <a:rPr lang="en-US" b="1" dirty="0"/>
            <a:t> </a:t>
          </a:r>
          <a:r>
            <a:rPr lang="en-US" b="1" dirty="0" err="1"/>
            <a:t>Praktis</a:t>
          </a:r>
          <a:r>
            <a:rPr lang="en-US" b="1" dirty="0"/>
            <a:t>:</a:t>
          </a:r>
          <a:r>
            <a:rPr lang="en-US" dirty="0"/>
            <a:t> </a:t>
          </a:r>
          <a:r>
            <a:rPr lang="en-US" dirty="0" err="1"/>
            <a:t>Mengimplementasikan</a:t>
          </a:r>
          <a:r>
            <a:rPr lang="en-US" dirty="0"/>
            <a:t> </a:t>
          </a:r>
          <a:r>
            <a:rPr lang="en-US" dirty="0" err="1"/>
            <a:t>sistem</a:t>
          </a:r>
          <a:r>
            <a:rPr lang="en-US" dirty="0"/>
            <a:t> </a:t>
          </a:r>
          <a:r>
            <a:rPr lang="en-US" dirty="0" err="1"/>
            <a:t>manajemen</a:t>
          </a:r>
          <a:r>
            <a:rPr lang="en-US" dirty="0"/>
            <a:t> </a:t>
          </a:r>
          <a:r>
            <a:rPr lang="en-US" dirty="0" err="1"/>
            <a:t>insiden</a:t>
          </a:r>
          <a:r>
            <a:rPr lang="en-US" dirty="0"/>
            <a:t> yang </a:t>
          </a:r>
          <a:r>
            <a:rPr lang="en-US" dirty="0" err="1"/>
            <a:t>lebih</a:t>
          </a:r>
          <a:r>
            <a:rPr lang="en-US" dirty="0"/>
            <a:t> </a:t>
          </a:r>
          <a:r>
            <a:rPr lang="en-US" dirty="0" err="1"/>
            <a:t>baik</a:t>
          </a:r>
          <a:r>
            <a:rPr lang="en-US" dirty="0"/>
            <a:t> </a:t>
          </a:r>
          <a:r>
            <a:rPr lang="en-US" dirty="0" err="1"/>
            <a:t>dengan</a:t>
          </a:r>
          <a:r>
            <a:rPr lang="en-US" dirty="0"/>
            <a:t> </a:t>
          </a:r>
          <a:r>
            <a:rPr lang="en-US" dirty="0" err="1"/>
            <a:t>mendokumentasikan</a:t>
          </a:r>
          <a:r>
            <a:rPr lang="en-US" dirty="0"/>
            <a:t> </a:t>
          </a:r>
          <a:r>
            <a:rPr lang="en-US" dirty="0" err="1"/>
            <a:t>semua</a:t>
          </a:r>
          <a:r>
            <a:rPr lang="en-US" dirty="0"/>
            <a:t> </a:t>
          </a:r>
          <a:r>
            <a:rPr lang="en-US" dirty="0" err="1"/>
            <a:t>insiden</a:t>
          </a:r>
          <a:r>
            <a:rPr lang="en-US" dirty="0"/>
            <a:t>, </a:t>
          </a:r>
          <a:r>
            <a:rPr lang="en-US" dirty="0" err="1"/>
            <a:t>melacak</a:t>
          </a:r>
          <a:r>
            <a:rPr lang="en-US" dirty="0"/>
            <a:t> status </a:t>
          </a:r>
          <a:r>
            <a:rPr lang="en-US" dirty="0" err="1"/>
            <a:t>mereka</a:t>
          </a:r>
          <a:r>
            <a:rPr lang="en-US" dirty="0"/>
            <a:t>, dan </a:t>
          </a:r>
          <a:r>
            <a:rPr lang="en-US" dirty="0" err="1"/>
            <a:t>menetapkan</a:t>
          </a:r>
          <a:r>
            <a:rPr lang="en-US" dirty="0"/>
            <a:t> </a:t>
          </a:r>
          <a:r>
            <a:rPr lang="en-US" dirty="0" err="1"/>
            <a:t>prioritas</a:t>
          </a:r>
          <a:r>
            <a:rPr lang="en-US" dirty="0"/>
            <a:t> </a:t>
          </a:r>
          <a:r>
            <a:rPr lang="en-US" dirty="0" err="1"/>
            <a:t>berdasarkan</a:t>
          </a:r>
          <a:r>
            <a:rPr lang="en-US" dirty="0"/>
            <a:t> </a:t>
          </a:r>
          <a:r>
            <a:rPr lang="en-US" dirty="0" err="1"/>
            <a:t>dampak</a:t>
          </a:r>
          <a:r>
            <a:rPr lang="en-US" dirty="0"/>
            <a:t> </a:t>
          </a:r>
          <a:r>
            <a:rPr lang="en-US" dirty="0" err="1"/>
            <a:t>bisnis</a:t>
          </a:r>
          <a:r>
            <a:rPr lang="en-US" dirty="0"/>
            <a:t>.</a:t>
          </a:r>
        </a:p>
      </dgm:t>
    </dgm:pt>
    <dgm:pt modelId="{0F29EAF9-CC91-475B-A84F-C5DBCC63C80F}" type="parTrans" cxnId="{2153DD5D-062A-4063-A008-507577EA5231}">
      <dgm:prSet/>
      <dgm:spPr/>
      <dgm:t>
        <a:bodyPr/>
        <a:lstStyle/>
        <a:p>
          <a:pPr algn="just"/>
          <a:endParaRPr lang="en-US"/>
        </a:p>
      </dgm:t>
    </dgm:pt>
    <dgm:pt modelId="{8E1FB639-9E39-4AE1-8A04-CFDB85CEE228}" type="sibTrans" cxnId="{2153DD5D-062A-4063-A008-507577EA5231}">
      <dgm:prSet/>
      <dgm:spPr/>
      <dgm:t>
        <a:bodyPr/>
        <a:lstStyle/>
        <a:p>
          <a:pPr algn="just"/>
          <a:endParaRPr lang="en-US"/>
        </a:p>
      </dgm:t>
    </dgm:pt>
    <dgm:pt modelId="{03773A15-0DC5-474E-8D9D-2A791C94A91E}">
      <dgm:prSet/>
      <dgm:spPr/>
      <dgm:t>
        <a:bodyPr/>
        <a:lstStyle/>
        <a:p>
          <a:pPr algn="just">
            <a:buSzPts val="1000"/>
            <a:buFont typeface="Courier New" panose="02070309020205020404" pitchFamily="49" charset="0"/>
            <a:buChar char="o"/>
          </a:pPr>
          <a:r>
            <a:rPr lang="en-US" b="1" dirty="0" err="1"/>
            <a:t>Tantangan</a:t>
          </a:r>
          <a:r>
            <a:rPr lang="en-US" b="1" dirty="0"/>
            <a:t>:</a:t>
          </a:r>
          <a:r>
            <a:rPr lang="en-US" dirty="0"/>
            <a:t> </a:t>
          </a:r>
          <a:r>
            <a:rPr lang="en-US" dirty="0" err="1"/>
            <a:t>Memastikan</a:t>
          </a:r>
          <a:r>
            <a:rPr lang="en-US" dirty="0"/>
            <a:t> </a:t>
          </a:r>
          <a:r>
            <a:rPr lang="en-US" dirty="0" err="1"/>
            <a:t>semua</a:t>
          </a:r>
          <a:r>
            <a:rPr lang="en-US" dirty="0"/>
            <a:t> </a:t>
          </a:r>
          <a:r>
            <a:rPr lang="en-US" dirty="0" err="1"/>
            <a:t>insiden</a:t>
          </a:r>
          <a:r>
            <a:rPr lang="en-US" dirty="0"/>
            <a:t> </a:t>
          </a:r>
          <a:r>
            <a:rPr lang="en-US" dirty="0" err="1"/>
            <a:t>didokumentasikan</a:t>
          </a:r>
          <a:r>
            <a:rPr lang="en-US" dirty="0"/>
            <a:t> </a:t>
          </a:r>
          <a:r>
            <a:rPr lang="en-US" dirty="0" err="1"/>
            <a:t>dengan</a:t>
          </a:r>
          <a:r>
            <a:rPr lang="en-US" dirty="0"/>
            <a:t> </a:t>
          </a:r>
          <a:r>
            <a:rPr lang="en-US" dirty="0" err="1"/>
            <a:t>benar</a:t>
          </a:r>
          <a:r>
            <a:rPr lang="en-US" dirty="0"/>
            <a:t> dan </a:t>
          </a:r>
          <a:r>
            <a:rPr lang="en-US" dirty="0" err="1"/>
            <a:t>ditangani</a:t>
          </a:r>
          <a:r>
            <a:rPr lang="en-US" dirty="0"/>
            <a:t> </a:t>
          </a:r>
          <a:r>
            <a:rPr lang="en-US" dirty="0" err="1"/>
            <a:t>dalam</a:t>
          </a:r>
          <a:r>
            <a:rPr lang="en-US" dirty="0"/>
            <a:t> </a:t>
          </a:r>
          <a:r>
            <a:rPr lang="en-US" dirty="0" err="1"/>
            <a:t>waktu</a:t>
          </a:r>
          <a:r>
            <a:rPr lang="en-US" dirty="0"/>
            <a:t> yang </a:t>
          </a:r>
          <a:r>
            <a:rPr lang="en-US" dirty="0" err="1"/>
            <a:t>tepat</a:t>
          </a:r>
          <a:r>
            <a:rPr lang="en-US" dirty="0"/>
            <a:t>.</a:t>
          </a:r>
        </a:p>
      </dgm:t>
    </dgm:pt>
    <dgm:pt modelId="{9CB00F67-15C3-4433-B521-5F55D26E5276}" type="parTrans" cxnId="{38864499-9850-4C8A-95ED-92BF54470EDA}">
      <dgm:prSet/>
      <dgm:spPr/>
      <dgm:t>
        <a:bodyPr/>
        <a:lstStyle/>
        <a:p>
          <a:pPr algn="just"/>
          <a:endParaRPr lang="en-US"/>
        </a:p>
      </dgm:t>
    </dgm:pt>
    <dgm:pt modelId="{CA05B7C8-40FC-44ED-A358-DBE96B3ED9FA}" type="sibTrans" cxnId="{38864499-9850-4C8A-95ED-92BF54470EDA}">
      <dgm:prSet/>
      <dgm:spPr/>
      <dgm:t>
        <a:bodyPr/>
        <a:lstStyle/>
        <a:p>
          <a:pPr algn="just"/>
          <a:endParaRPr lang="en-US"/>
        </a:p>
      </dgm:t>
    </dgm:pt>
    <dgm:pt modelId="{E54242D6-C749-4C42-9A9E-912B1AEF50FE}" type="pres">
      <dgm:prSet presAssocID="{2299D6D0-5C7E-41B0-861B-43D5EE693171}" presName="linear" presStyleCnt="0">
        <dgm:presLayoutVars>
          <dgm:dir/>
          <dgm:animLvl val="lvl"/>
          <dgm:resizeHandles val="exact"/>
        </dgm:presLayoutVars>
      </dgm:prSet>
      <dgm:spPr/>
    </dgm:pt>
    <dgm:pt modelId="{F04BE81B-B8D9-4654-8D1F-92D09FCEF8D4}" type="pres">
      <dgm:prSet presAssocID="{1DA0E4E6-BE68-4DF9-8A90-9D6C8DBF717E}" presName="parentLin" presStyleCnt="0"/>
      <dgm:spPr/>
    </dgm:pt>
    <dgm:pt modelId="{AC044EDD-F74D-4044-9009-72FFEB3A009C}" type="pres">
      <dgm:prSet presAssocID="{1DA0E4E6-BE68-4DF9-8A90-9D6C8DBF717E}" presName="parentLeftMargin" presStyleLbl="node1" presStyleIdx="0" presStyleCnt="1"/>
      <dgm:spPr/>
    </dgm:pt>
    <dgm:pt modelId="{A31C794D-D5C2-4585-8016-D2E7202A19DF}" type="pres">
      <dgm:prSet presAssocID="{1DA0E4E6-BE68-4DF9-8A90-9D6C8DBF717E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3F7CEC3C-A6D5-4694-A170-470907C6C5B1}" type="pres">
      <dgm:prSet presAssocID="{1DA0E4E6-BE68-4DF9-8A90-9D6C8DBF717E}" presName="negativeSpace" presStyleCnt="0"/>
      <dgm:spPr/>
    </dgm:pt>
    <dgm:pt modelId="{0704AD9E-FBFF-40FC-885F-DAB432463979}" type="pres">
      <dgm:prSet presAssocID="{1DA0E4E6-BE68-4DF9-8A90-9D6C8DBF717E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3DC4DE00-E1E9-4189-BE7C-A5C52F741F1E}" type="presOf" srcId="{1DA0E4E6-BE68-4DF9-8A90-9D6C8DBF717E}" destId="{A31C794D-D5C2-4585-8016-D2E7202A19DF}" srcOrd="1" destOrd="0" presId="urn:microsoft.com/office/officeart/2005/8/layout/list1"/>
    <dgm:cxn modelId="{3A3CEE0C-C5AC-4E7B-A7FD-603901C0B48C}" type="presOf" srcId="{2299D6D0-5C7E-41B0-861B-43D5EE693171}" destId="{E54242D6-C749-4C42-9A9E-912B1AEF50FE}" srcOrd="0" destOrd="0" presId="urn:microsoft.com/office/officeart/2005/8/layout/list1"/>
    <dgm:cxn modelId="{F86C1C21-EFF4-4447-AF7D-AA7FEAA07FA2}" type="presOf" srcId="{1DA0E4E6-BE68-4DF9-8A90-9D6C8DBF717E}" destId="{AC044EDD-F74D-4044-9009-72FFEB3A009C}" srcOrd="0" destOrd="0" presId="urn:microsoft.com/office/officeart/2005/8/layout/list1"/>
    <dgm:cxn modelId="{1C870A27-1B71-48C3-9062-A2696FF51497}" type="presOf" srcId="{03773A15-0DC5-474E-8D9D-2A791C94A91E}" destId="{0704AD9E-FBFF-40FC-885F-DAB432463979}" srcOrd="0" destOrd="1" presId="urn:microsoft.com/office/officeart/2005/8/layout/list1"/>
    <dgm:cxn modelId="{2153DD5D-062A-4063-A008-507577EA5231}" srcId="{1DA0E4E6-BE68-4DF9-8A90-9D6C8DBF717E}" destId="{09864AE1-C64A-40DD-BABC-F95F3D36332B}" srcOrd="0" destOrd="0" parTransId="{0F29EAF9-CC91-475B-A84F-C5DBCC63C80F}" sibTransId="{8E1FB639-9E39-4AE1-8A04-CFDB85CEE228}"/>
    <dgm:cxn modelId="{38864499-9850-4C8A-95ED-92BF54470EDA}" srcId="{1DA0E4E6-BE68-4DF9-8A90-9D6C8DBF717E}" destId="{03773A15-0DC5-474E-8D9D-2A791C94A91E}" srcOrd="1" destOrd="0" parTransId="{9CB00F67-15C3-4433-B521-5F55D26E5276}" sibTransId="{CA05B7C8-40FC-44ED-A358-DBE96B3ED9FA}"/>
    <dgm:cxn modelId="{B148B3AF-A0F4-4E1B-87CC-61E95902472A}" srcId="{2299D6D0-5C7E-41B0-861B-43D5EE693171}" destId="{1DA0E4E6-BE68-4DF9-8A90-9D6C8DBF717E}" srcOrd="0" destOrd="0" parTransId="{7C831436-2A5B-42F3-A08B-ED95A84943D8}" sibTransId="{38D20797-B416-4170-97F7-757967EEBB54}"/>
    <dgm:cxn modelId="{2984FFDC-0DAA-4720-A219-2C8D2CA2EC7A}" type="presOf" srcId="{09864AE1-C64A-40DD-BABC-F95F3D36332B}" destId="{0704AD9E-FBFF-40FC-885F-DAB432463979}" srcOrd="0" destOrd="0" presId="urn:microsoft.com/office/officeart/2005/8/layout/list1"/>
    <dgm:cxn modelId="{956C8AE7-2FD0-4BF9-8E32-6461395F1E12}" type="presParOf" srcId="{E54242D6-C749-4C42-9A9E-912B1AEF50FE}" destId="{F04BE81B-B8D9-4654-8D1F-92D09FCEF8D4}" srcOrd="0" destOrd="0" presId="urn:microsoft.com/office/officeart/2005/8/layout/list1"/>
    <dgm:cxn modelId="{3666C18C-D1FB-4C57-BD64-443303A1B050}" type="presParOf" srcId="{F04BE81B-B8D9-4654-8D1F-92D09FCEF8D4}" destId="{AC044EDD-F74D-4044-9009-72FFEB3A009C}" srcOrd="0" destOrd="0" presId="urn:microsoft.com/office/officeart/2005/8/layout/list1"/>
    <dgm:cxn modelId="{FFC23224-30CD-4DD4-9F3C-8B673ECA57BD}" type="presParOf" srcId="{F04BE81B-B8D9-4654-8D1F-92D09FCEF8D4}" destId="{A31C794D-D5C2-4585-8016-D2E7202A19DF}" srcOrd="1" destOrd="0" presId="urn:microsoft.com/office/officeart/2005/8/layout/list1"/>
    <dgm:cxn modelId="{BDEAC47F-2FEB-42E5-AA02-60537BABBF4C}" type="presParOf" srcId="{E54242D6-C749-4C42-9A9E-912B1AEF50FE}" destId="{3F7CEC3C-A6D5-4694-A170-470907C6C5B1}" srcOrd="1" destOrd="0" presId="urn:microsoft.com/office/officeart/2005/8/layout/list1"/>
    <dgm:cxn modelId="{C11319C1-E428-4054-9080-6771ABCCA264}" type="presParOf" srcId="{E54242D6-C749-4C42-9A9E-912B1AEF50FE}" destId="{0704AD9E-FBFF-40FC-885F-DAB432463979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299D6D0-5C7E-41B0-861B-43D5EE693171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09864AE1-C64A-40DD-BABC-F95F3D36332B}">
      <dgm:prSet/>
      <dgm:spPr/>
      <dgm:t>
        <a:bodyPr/>
        <a:lstStyle/>
        <a:p>
          <a:pPr algn="just">
            <a:buSzPts val="1000"/>
            <a:buFont typeface="Courier New" panose="02070309020205020404" pitchFamily="49" charset="0"/>
            <a:buChar char="o"/>
          </a:pPr>
          <a:r>
            <a:rPr lang="en-US" b="1" dirty="0" err="1"/>
            <a:t>Kegiatan</a:t>
          </a:r>
          <a:r>
            <a:rPr lang="en-US" b="1" dirty="0"/>
            <a:t> Utama:</a:t>
          </a:r>
          <a:endParaRPr lang="en-US" dirty="0"/>
        </a:p>
      </dgm:t>
    </dgm:pt>
    <dgm:pt modelId="{0F29EAF9-CC91-475B-A84F-C5DBCC63C80F}" type="parTrans" cxnId="{2153DD5D-062A-4063-A008-507577EA5231}">
      <dgm:prSet/>
      <dgm:spPr/>
      <dgm:t>
        <a:bodyPr/>
        <a:lstStyle/>
        <a:p>
          <a:pPr algn="just"/>
          <a:endParaRPr lang="en-US"/>
        </a:p>
      </dgm:t>
    </dgm:pt>
    <dgm:pt modelId="{8E1FB639-9E39-4AE1-8A04-CFDB85CEE228}" type="sibTrans" cxnId="{2153DD5D-062A-4063-A008-507577EA5231}">
      <dgm:prSet/>
      <dgm:spPr/>
      <dgm:t>
        <a:bodyPr/>
        <a:lstStyle/>
        <a:p>
          <a:pPr algn="just"/>
          <a:endParaRPr lang="en-US"/>
        </a:p>
      </dgm:t>
    </dgm:pt>
    <dgm:pt modelId="{EF5444C4-683F-4F7F-BC7F-5CF0F04FADAB}">
      <dgm:prSet/>
      <dgm:spPr/>
      <dgm:t>
        <a:bodyPr/>
        <a:lstStyle/>
        <a:p>
          <a:pPr algn="just">
            <a:buSzPts val="1000"/>
            <a:buFont typeface="Symbol" panose="05050102010706020507" pitchFamily="18" charset="2"/>
            <a:buChar char=""/>
          </a:pPr>
          <a:r>
            <a:rPr lang="en-US" dirty="0" err="1"/>
            <a:t>Menerapkan</a:t>
          </a:r>
          <a:r>
            <a:rPr lang="en-US" dirty="0"/>
            <a:t> </a:t>
          </a:r>
          <a:r>
            <a:rPr lang="en-US" dirty="0" err="1"/>
            <a:t>alat</a:t>
          </a:r>
          <a:r>
            <a:rPr lang="en-US" dirty="0"/>
            <a:t> </a:t>
          </a:r>
          <a:r>
            <a:rPr lang="en-US" dirty="0" err="1"/>
            <a:t>pelaporan</a:t>
          </a:r>
          <a:r>
            <a:rPr lang="en-US" dirty="0"/>
            <a:t> </a:t>
          </a:r>
          <a:r>
            <a:rPr lang="en-US" dirty="0" err="1"/>
            <a:t>insiden</a:t>
          </a:r>
          <a:r>
            <a:rPr lang="en-US" dirty="0"/>
            <a:t> yang </a:t>
          </a:r>
          <a:r>
            <a:rPr lang="en-US" dirty="0" err="1"/>
            <a:t>memungkinkan</a:t>
          </a:r>
          <a:r>
            <a:rPr lang="en-US" dirty="0"/>
            <a:t> </a:t>
          </a:r>
          <a:r>
            <a:rPr lang="en-US" dirty="0" err="1"/>
            <a:t>pengguna</a:t>
          </a:r>
          <a:r>
            <a:rPr lang="en-US" dirty="0"/>
            <a:t> </a:t>
          </a:r>
          <a:r>
            <a:rPr lang="en-US" dirty="0" err="1"/>
            <a:t>untuk</a:t>
          </a:r>
          <a:r>
            <a:rPr lang="en-US" dirty="0"/>
            <a:t> </a:t>
          </a:r>
          <a:r>
            <a:rPr lang="en-US" dirty="0" err="1"/>
            <a:t>melaporkan</a:t>
          </a:r>
          <a:r>
            <a:rPr lang="en-US" dirty="0"/>
            <a:t> </a:t>
          </a:r>
          <a:r>
            <a:rPr lang="en-US" dirty="0" err="1"/>
            <a:t>insiden</a:t>
          </a:r>
          <a:r>
            <a:rPr lang="en-US" dirty="0"/>
            <a:t> </a:t>
          </a:r>
          <a:r>
            <a:rPr lang="en-US" dirty="0" err="1"/>
            <a:t>dengan</a:t>
          </a:r>
          <a:r>
            <a:rPr lang="en-US" dirty="0"/>
            <a:t> </a:t>
          </a:r>
          <a:r>
            <a:rPr lang="en-US" dirty="0" err="1"/>
            <a:t>mudah</a:t>
          </a:r>
          <a:r>
            <a:rPr lang="en-US" dirty="0"/>
            <a:t>.</a:t>
          </a:r>
        </a:p>
      </dgm:t>
    </dgm:pt>
    <dgm:pt modelId="{E5EFBFFE-9674-4C84-97C8-49DB4AE3ED9F}" type="parTrans" cxnId="{3D8C2621-ACAD-490C-96F1-525BA211BFC3}">
      <dgm:prSet/>
      <dgm:spPr/>
      <dgm:t>
        <a:bodyPr/>
        <a:lstStyle/>
        <a:p>
          <a:pPr algn="just"/>
          <a:endParaRPr lang="en-US"/>
        </a:p>
      </dgm:t>
    </dgm:pt>
    <dgm:pt modelId="{C921919E-FBE5-45FE-BBB6-79CCABC9AF67}" type="sibTrans" cxnId="{3D8C2621-ACAD-490C-96F1-525BA211BFC3}">
      <dgm:prSet/>
      <dgm:spPr/>
      <dgm:t>
        <a:bodyPr/>
        <a:lstStyle/>
        <a:p>
          <a:pPr algn="just"/>
          <a:endParaRPr lang="en-US"/>
        </a:p>
      </dgm:t>
    </dgm:pt>
    <dgm:pt modelId="{BC032885-F5B2-4368-83F1-5B886665AE63}">
      <dgm:prSet/>
      <dgm:spPr/>
      <dgm:t>
        <a:bodyPr/>
        <a:lstStyle/>
        <a:p>
          <a:pPr algn="just">
            <a:buSzPts val="1000"/>
            <a:buFont typeface="Symbol" panose="05050102010706020507" pitchFamily="18" charset="2"/>
            <a:buChar char=""/>
          </a:pPr>
          <a:r>
            <a:rPr lang="en-US" dirty="0" err="1"/>
            <a:t>Melatih</a:t>
          </a:r>
          <a:r>
            <a:rPr lang="en-US" dirty="0"/>
            <a:t> </a:t>
          </a:r>
          <a:r>
            <a:rPr lang="en-US" dirty="0" err="1"/>
            <a:t>tim</a:t>
          </a:r>
          <a:r>
            <a:rPr lang="en-US" dirty="0"/>
            <a:t> </a:t>
          </a:r>
          <a:r>
            <a:rPr lang="en-US" dirty="0" err="1"/>
            <a:t>dukungan</a:t>
          </a:r>
          <a:r>
            <a:rPr lang="en-US" dirty="0"/>
            <a:t> </a:t>
          </a:r>
          <a:r>
            <a:rPr lang="en-US" dirty="0" err="1"/>
            <a:t>dalam</a:t>
          </a:r>
          <a:r>
            <a:rPr lang="en-US" dirty="0"/>
            <a:t> </a:t>
          </a:r>
          <a:r>
            <a:rPr lang="en-US" dirty="0" err="1"/>
            <a:t>penanganan</a:t>
          </a:r>
          <a:r>
            <a:rPr lang="en-US" dirty="0"/>
            <a:t> </a:t>
          </a:r>
          <a:r>
            <a:rPr lang="en-US" dirty="0" err="1"/>
            <a:t>insiden</a:t>
          </a:r>
          <a:r>
            <a:rPr lang="en-US" dirty="0"/>
            <a:t> yang </a:t>
          </a:r>
          <a:r>
            <a:rPr lang="en-US" dirty="0" err="1"/>
            <a:t>efisien</a:t>
          </a:r>
          <a:r>
            <a:rPr lang="en-US" dirty="0"/>
            <a:t>.</a:t>
          </a:r>
        </a:p>
      </dgm:t>
    </dgm:pt>
    <dgm:pt modelId="{0943E840-7C16-4EFB-AE7F-9BCCA4D65DED}" type="parTrans" cxnId="{5E7D280B-0F23-4AAB-8B3B-B54CC12ABCD5}">
      <dgm:prSet/>
      <dgm:spPr/>
      <dgm:t>
        <a:bodyPr/>
        <a:lstStyle/>
        <a:p>
          <a:pPr algn="just"/>
          <a:endParaRPr lang="en-US"/>
        </a:p>
      </dgm:t>
    </dgm:pt>
    <dgm:pt modelId="{BB29C9BD-F1F1-4662-AF1F-6EC5A54653C1}" type="sibTrans" cxnId="{5E7D280B-0F23-4AAB-8B3B-B54CC12ABCD5}">
      <dgm:prSet/>
      <dgm:spPr/>
      <dgm:t>
        <a:bodyPr/>
        <a:lstStyle/>
        <a:p>
          <a:pPr algn="just"/>
          <a:endParaRPr lang="en-US"/>
        </a:p>
      </dgm:t>
    </dgm:pt>
    <dgm:pt modelId="{D514CC27-689D-47C8-9C50-7D33F19C19CC}">
      <dgm:prSet/>
      <dgm:spPr/>
      <dgm:t>
        <a:bodyPr/>
        <a:lstStyle/>
        <a:p>
          <a:pPr algn="just">
            <a:buSzPts val="1000"/>
            <a:buFont typeface="Symbol" panose="05050102010706020507" pitchFamily="18" charset="2"/>
            <a:buChar char=""/>
          </a:pPr>
          <a:r>
            <a:rPr lang="en-US" dirty="0" err="1"/>
            <a:t>Menetapkan</a:t>
          </a:r>
          <a:r>
            <a:rPr lang="en-US" dirty="0"/>
            <a:t> </a:t>
          </a:r>
          <a:r>
            <a:rPr lang="en-US" dirty="0" err="1"/>
            <a:t>prosedur</a:t>
          </a:r>
          <a:r>
            <a:rPr lang="en-US" dirty="0"/>
            <a:t> </a:t>
          </a:r>
          <a:r>
            <a:rPr lang="en-US" dirty="0" err="1"/>
            <a:t>standar</a:t>
          </a:r>
          <a:r>
            <a:rPr lang="en-US" dirty="0"/>
            <a:t> </a:t>
          </a:r>
          <a:r>
            <a:rPr lang="en-US" dirty="0" err="1"/>
            <a:t>untuk</a:t>
          </a:r>
          <a:r>
            <a:rPr lang="en-US" dirty="0"/>
            <a:t> </a:t>
          </a:r>
          <a:r>
            <a:rPr lang="en-US" dirty="0" err="1"/>
            <a:t>analisis</a:t>
          </a:r>
          <a:r>
            <a:rPr lang="en-US" dirty="0"/>
            <a:t> </a:t>
          </a:r>
          <a:r>
            <a:rPr lang="en-US" dirty="0" err="1"/>
            <a:t>akar</a:t>
          </a:r>
          <a:r>
            <a:rPr lang="en-US" dirty="0"/>
            <a:t> </a:t>
          </a:r>
          <a:r>
            <a:rPr lang="en-US" dirty="0" err="1"/>
            <a:t>penyebab</a:t>
          </a:r>
          <a:r>
            <a:rPr lang="en-US" dirty="0"/>
            <a:t> dan </a:t>
          </a:r>
          <a:r>
            <a:rPr lang="en-US" dirty="0" err="1"/>
            <a:t>penyelesaian</a:t>
          </a:r>
          <a:r>
            <a:rPr lang="en-US" dirty="0"/>
            <a:t> </a:t>
          </a:r>
          <a:r>
            <a:rPr lang="en-US" dirty="0" err="1"/>
            <a:t>insiden</a:t>
          </a:r>
          <a:r>
            <a:rPr lang="en-US" dirty="0"/>
            <a:t>.</a:t>
          </a:r>
        </a:p>
      </dgm:t>
    </dgm:pt>
    <dgm:pt modelId="{83EE1E2A-85CC-4650-A872-54F948243728}" type="parTrans" cxnId="{F4F385A5-DAE2-4489-860A-0BA55F9D6928}">
      <dgm:prSet/>
      <dgm:spPr/>
      <dgm:t>
        <a:bodyPr/>
        <a:lstStyle/>
        <a:p>
          <a:pPr algn="just"/>
          <a:endParaRPr lang="en-US"/>
        </a:p>
      </dgm:t>
    </dgm:pt>
    <dgm:pt modelId="{A7DC5B00-6542-4D0B-A03F-B7DB1C943D00}" type="sibTrans" cxnId="{F4F385A5-DAE2-4489-860A-0BA55F9D6928}">
      <dgm:prSet/>
      <dgm:spPr/>
      <dgm:t>
        <a:bodyPr/>
        <a:lstStyle/>
        <a:p>
          <a:pPr algn="just"/>
          <a:endParaRPr lang="en-US"/>
        </a:p>
      </dgm:t>
    </dgm:pt>
    <dgm:pt modelId="{E54242D6-C749-4C42-9A9E-912B1AEF50FE}" type="pres">
      <dgm:prSet presAssocID="{2299D6D0-5C7E-41B0-861B-43D5EE693171}" presName="linear" presStyleCnt="0">
        <dgm:presLayoutVars>
          <dgm:dir/>
          <dgm:animLvl val="lvl"/>
          <dgm:resizeHandles val="exact"/>
        </dgm:presLayoutVars>
      </dgm:prSet>
      <dgm:spPr/>
    </dgm:pt>
    <dgm:pt modelId="{351E8F58-C49A-4674-B340-DD3FA5CCB94E}" type="pres">
      <dgm:prSet presAssocID="{09864AE1-C64A-40DD-BABC-F95F3D36332B}" presName="parentLin" presStyleCnt="0"/>
      <dgm:spPr/>
    </dgm:pt>
    <dgm:pt modelId="{2831913E-BA8B-4EAE-9ECC-40A01E77D7F9}" type="pres">
      <dgm:prSet presAssocID="{09864AE1-C64A-40DD-BABC-F95F3D36332B}" presName="parentLeftMargin" presStyleLbl="node1" presStyleIdx="0" presStyleCnt="1"/>
      <dgm:spPr/>
    </dgm:pt>
    <dgm:pt modelId="{978AA018-579F-4399-9DE5-8D6781E01ED6}" type="pres">
      <dgm:prSet presAssocID="{09864AE1-C64A-40DD-BABC-F95F3D36332B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BBDE8974-2652-415C-8E13-481CB7A44FA3}" type="pres">
      <dgm:prSet presAssocID="{09864AE1-C64A-40DD-BABC-F95F3D36332B}" presName="negativeSpace" presStyleCnt="0"/>
      <dgm:spPr/>
    </dgm:pt>
    <dgm:pt modelId="{863F2CEF-4CF9-42FE-A521-F0DDBEE0B142}" type="pres">
      <dgm:prSet presAssocID="{09864AE1-C64A-40DD-BABC-F95F3D36332B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E2F53900-2B88-40E7-A1A2-077A76DA8592}" type="presOf" srcId="{09864AE1-C64A-40DD-BABC-F95F3D36332B}" destId="{2831913E-BA8B-4EAE-9ECC-40A01E77D7F9}" srcOrd="0" destOrd="0" presId="urn:microsoft.com/office/officeart/2005/8/layout/list1"/>
    <dgm:cxn modelId="{5E7D280B-0F23-4AAB-8B3B-B54CC12ABCD5}" srcId="{09864AE1-C64A-40DD-BABC-F95F3D36332B}" destId="{BC032885-F5B2-4368-83F1-5B886665AE63}" srcOrd="1" destOrd="0" parTransId="{0943E840-7C16-4EFB-AE7F-9BCCA4D65DED}" sibTransId="{BB29C9BD-F1F1-4662-AF1F-6EC5A54653C1}"/>
    <dgm:cxn modelId="{3A3CEE0C-C5AC-4E7B-A7FD-603901C0B48C}" type="presOf" srcId="{2299D6D0-5C7E-41B0-861B-43D5EE693171}" destId="{E54242D6-C749-4C42-9A9E-912B1AEF50FE}" srcOrd="0" destOrd="0" presId="urn:microsoft.com/office/officeart/2005/8/layout/list1"/>
    <dgm:cxn modelId="{3D8C2621-ACAD-490C-96F1-525BA211BFC3}" srcId="{09864AE1-C64A-40DD-BABC-F95F3D36332B}" destId="{EF5444C4-683F-4F7F-BC7F-5CF0F04FADAB}" srcOrd="0" destOrd="0" parTransId="{E5EFBFFE-9674-4C84-97C8-49DB4AE3ED9F}" sibTransId="{C921919E-FBE5-45FE-BBB6-79CCABC9AF67}"/>
    <dgm:cxn modelId="{A50CC637-CF35-4094-AD72-AF7B622F2549}" type="presOf" srcId="{D514CC27-689D-47C8-9C50-7D33F19C19CC}" destId="{863F2CEF-4CF9-42FE-A521-F0DDBEE0B142}" srcOrd="0" destOrd="2" presId="urn:microsoft.com/office/officeart/2005/8/layout/list1"/>
    <dgm:cxn modelId="{2153DD5D-062A-4063-A008-507577EA5231}" srcId="{2299D6D0-5C7E-41B0-861B-43D5EE693171}" destId="{09864AE1-C64A-40DD-BABC-F95F3D36332B}" srcOrd="0" destOrd="0" parTransId="{0F29EAF9-CC91-475B-A84F-C5DBCC63C80F}" sibTransId="{8E1FB639-9E39-4AE1-8A04-CFDB85CEE228}"/>
    <dgm:cxn modelId="{D4D3488D-2C55-4216-A9DB-8CD63FA5E9E2}" type="presOf" srcId="{EF5444C4-683F-4F7F-BC7F-5CF0F04FADAB}" destId="{863F2CEF-4CF9-42FE-A521-F0DDBEE0B142}" srcOrd="0" destOrd="0" presId="urn:microsoft.com/office/officeart/2005/8/layout/list1"/>
    <dgm:cxn modelId="{F4F385A5-DAE2-4489-860A-0BA55F9D6928}" srcId="{09864AE1-C64A-40DD-BABC-F95F3D36332B}" destId="{D514CC27-689D-47C8-9C50-7D33F19C19CC}" srcOrd="2" destOrd="0" parTransId="{83EE1E2A-85CC-4650-A872-54F948243728}" sibTransId="{A7DC5B00-6542-4D0B-A03F-B7DB1C943D00}"/>
    <dgm:cxn modelId="{52B45FF0-106E-46ED-B922-C61CBE7519A1}" type="presOf" srcId="{BC032885-F5B2-4368-83F1-5B886665AE63}" destId="{863F2CEF-4CF9-42FE-A521-F0DDBEE0B142}" srcOrd="0" destOrd="1" presId="urn:microsoft.com/office/officeart/2005/8/layout/list1"/>
    <dgm:cxn modelId="{9ED572F8-676A-4F53-97D7-731B8051F6C0}" type="presOf" srcId="{09864AE1-C64A-40DD-BABC-F95F3D36332B}" destId="{978AA018-579F-4399-9DE5-8D6781E01ED6}" srcOrd="1" destOrd="0" presId="urn:microsoft.com/office/officeart/2005/8/layout/list1"/>
    <dgm:cxn modelId="{D4A7A28E-47A6-4F47-9BC3-6EBC0D374999}" type="presParOf" srcId="{E54242D6-C749-4C42-9A9E-912B1AEF50FE}" destId="{351E8F58-C49A-4674-B340-DD3FA5CCB94E}" srcOrd="0" destOrd="0" presId="urn:microsoft.com/office/officeart/2005/8/layout/list1"/>
    <dgm:cxn modelId="{A6109FCE-4AE8-4902-B5E3-B9DAB323C1C1}" type="presParOf" srcId="{351E8F58-C49A-4674-B340-DD3FA5CCB94E}" destId="{2831913E-BA8B-4EAE-9ECC-40A01E77D7F9}" srcOrd="0" destOrd="0" presId="urn:microsoft.com/office/officeart/2005/8/layout/list1"/>
    <dgm:cxn modelId="{1E866A6B-F233-4417-AE82-FC172EF85795}" type="presParOf" srcId="{351E8F58-C49A-4674-B340-DD3FA5CCB94E}" destId="{978AA018-579F-4399-9DE5-8D6781E01ED6}" srcOrd="1" destOrd="0" presId="urn:microsoft.com/office/officeart/2005/8/layout/list1"/>
    <dgm:cxn modelId="{B9B0AA07-A1B0-4A77-B75A-79E4584D2F8F}" type="presParOf" srcId="{E54242D6-C749-4C42-9A9E-912B1AEF50FE}" destId="{BBDE8974-2652-415C-8E13-481CB7A44FA3}" srcOrd="1" destOrd="0" presId="urn:microsoft.com/office/officeart/2005/8/layout/list1"/>
    <dgm:cxn modelId="{8EB4F5BA-CAC0-4D14-A7E5-F2CBECDAF3DC}" type="presParOf" srcId="{E54242D6-C749-4C42-9A9E-912B1AEF50FE}" destId="{863F2CEF-4CF9-42FE-A521-F0DDBEE0B142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299D6D0-5C7E-41B0-861B-43D5EE693171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09864AE1-C64A-40DD-BABC-F95F3D36332B}">
      <dgm:prSet/>
      <dgm:spPr/>
      <dgm:t>
        <a:bodyPr/>
        <a:lstStyle/>
        <a:p>
          <a:pPr algn="just">
            <a:buSzPts val="1000"/>
            <a:buFont typeface="Courier New" panose="02070309020205020404" pitchFamily="49" charset="0"/>
            <a:buChar char="o"/>
          </a:pPr>
          <a:r>
            <a:rPr lang="en-US" b="1"/>
            <a:t>Hasil:</a:t>
          </a:r>
          <a:endParaRPr lang="en-US" dirty="0"/>
        </a:p>
      </dgm:t>
    </dgm:pt>
    <dgm:pt modelId="{0F29EAF9-CC91-475B-A84F-C5DBCC63C80F}" type="parTrans" cxnId="{2153DD5D-062A-4063-A008-507577EA5231}">
      <dgm:prSet/>
      <dgm:spPr/>
      <dgm:t>
        <a:bodyPr/>
        <a:lstStyle/>
        <a:p>
          <a:pPr algn="just"/>
          <a:endParaRPr lang="en-US"/>
        </a:p>
      </dgm:t>
    </dgm:pt>
    <dgm:pt modelId="{8E1FB639-9E39-4AE1-8A04-CFDB85CEE228}" type="sibTrans" cxnId="{2153DD5D-062A-4063-A008-507577EA5231}">
      <dgm:prSet/>
      <dgm:spPr/>
      <dgm:t>
        <a:bodyPr/>
        <a:lstStyle/>
        <a:p>
          <a:pPr algn="just"/>
          <a:endParaRPr lang="en-US"/>
        </a:p>
      </dgm:t>
    </dgm:pt>
    <dgm:pt modelId="{B98A4C06-2729-4240-A7C5-C5A671F3E043}">
      <dgm:prSet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US" dirty="0" err="1"/>
            <a:t>Penurunan</a:t>
          </a:r>
          <a:r>
            <a:rPr lang="en-US" dirty="0"/>
            <a:t> </a:t>
          </a:r>
          <a:r>
            <a:rPr lang="en-US" dirty="0" err="1"/>
            <a:t>jumlah</a:t>
          </a:r>
          <a:r>
            <a:rPr lang="en-US" dirty="0"/>
            <a:t> </a:t>
          </a:r>
          <a:r>
            <a:rPr lang="en-US" dirty="0" err="1"/>
            <a:t>insiden</a:t>
          </a:r>
          <a:r>
            <a:rPr lang="en-US" dirty="0"/>
            <a:t> </a:t>
          </a:r>
          <a:r>
            <a:rPr lang="en-US" dirty="0" err="1"/>
            <a:t>berulang</a:t>
          </a:r>
          <a:r>
            <a:rPr lang="en-US" dirty="0"/>
            <a:t>.</a:t>
          </a:r>
        </a:p>
      </dgm:t>
    </dgm:pt>
    <dgm:pt modelId="{5E5389B7-4DB6-4A4C-9414-EDDDD05BA030}" type="parTrans" cxnId="{A5B25F73-13F3-45BA-8A84-67C2979418D5}">
      <dgm:prSet/>
      <dgm:spPr/>
      <dgm:t>
        <a:bodyPr/>
        <a:lstStyle/>
        <a:p>
          <a:endParaRPr lang="en-US"/>
        </a:p>
      </dgm:t>
    </dgm:pt>
    <dgm:pt modelId="{977B75D7-7DB3-4B40-A64C-54091765A4B5}" type="sibTrans" cxnId="{A5B25F73-13F3-45BA-8A84-67C2979418D5}">
      <dgm:prSet/>
      <dgm:spPr/>
      <dgm:t>
        <a:bodyPr/>
        <a:lstStyle/>
        <a:p>
          <a:endParaRPr lang="en-US"/>
        </a:p>
      </dgm:t>
    </dgm:pt>
    <dgm:pt modelId="{1B0F5FF8-AB78-4CF7-A9FE-FF3FD67749A3}">
      <dgm:prSet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US" dirty="0" err="1"/>
            <a:t>Peningkatan</a:t>
          </a:r>
          <a:r>
            <a:rPr lang="en-US" dirty="0"/>
            <a:t> </a:t>
          </a:r>
          <a:r>
            <a:rPr lang="en-US" dirty="0" err="1"/>
            <a:t>kepuasan</a:t>
          </a:r>
          <a:r>
            <a:rPr lang="en-US" dirty="0"/>
            <a:t> </a:t>
          </a:r>
          <a:r>
            <a:rPr lang="en-US" dirty="0" err="1"/>
            <a:t>pelanggan</a:t>
          </a:r>
          <a:r>
            <a:rPr lang="en-US" dirty="0"/>
            <a:t> </a:t>
          </a:r>
          <a:r>
            <a:rPr lang="en-US" dirty="0" err="1"/>
            <a:t>karena</a:t>
          </a:r>
          <a:r>
            <a:rPr lang="en-US" dirty="0"/>
            <a:t> </a:t>
          </a:r>
          <a:r>
            <a:rPr lang="en-US" dirty="0" err="1"/>
            <a:t>penanganan</a:t>
          </a:r>
          <a:r>
            <a:rPr lang="en-US" dirty="0"/>
            <a:t> </a:t>
          </a:r>
          <a:r>
            <a:rPr lang="en-US" dirty="0" err="1"/>
            <a:t>insiden</a:t>
          </a:r>
          <a:r>
            <a:rPr lang="en-US" dirty="0"/>
            <a:t> yang </a:t>
          </a:r>
          <a:r>
            <a:rPr lang="en-US" dirty="0" err="1"/>
            <a:t>lebih</a:t>
          </a:r>
          <a:r>
            <a:rPr lang="en-US" dirty="0"/>
            <a:t> </a:t>
          </a:r>
          <a:r>
            <a:rPr lang="en-US" dirty="0" err="1"/>
            <a:t>cepat</a:t>
          </a:r>
          <a:r>
            <a:rPr lang="en-US" dirty="0"/>
            <a:t> dan </a:t>
          </a:r>
          <a:r>
            <a:rPr lang="en-US" dirty="0" err="1"/>
            <a:t>lebih</a:t>
          </a:r>
          <a:r>
            <a:rPr lang="en-US" dirty="0"/>
            <a:t> </a:t>
          </a:r>
          <a:r>
            <a:rPr lang="en-US" dirty="0" err="1"/>
            <a:t>efektif</a:t>
          </a:r>
          <a:r>
            <a:rPr lang="en-US" dirty="0"/>
            <a:t>.</a:t>
          </a:r>
        </a:p>
      </dgm:t>
    </dgm:pt>
    <dgm:pt modelId="{DD1D3732-BEC7-4708-A584-A092D455D65F}" type="parTrans" cxnId="{88E6C511-398C-4DDD-94D7-DB8E51D12140}">
      <dgm:prSet/>
      <dgm:spPr/>
      <dgm:t>
        <a:bodyPr/>
        <a:lstStyle/>
        <a:p>
          <a:endParaRPr lang="en-US"/>
        </a:p>
      </dgm:t>
    </dgm:pt>
    <dgm:pt modelId="{DD8F2A32-CAEE-42FF-9BF6-EB876C8619D5}" type="sibTrans" cxnId="{88E6C511-398C-4DDD-94D7-DB8E51D12140}">
      <dgm:prSet/>
      <dgm:spPr/>
      <dgm:t>
        <a:bodyPr/>
        <a:lstStyle/>
        <a:p>
          <a:endParaRPr lang="en-US"/>
        </a:p>
      </dgm:t>
    </dgm:pt>
    <dgm:pt modelId="{E54242D6-C749-4C42-9A9E-912B1AEF50FE}" type="pres">
      <dgm:prSet presAssocID="{2299D6D0-5C7E-41B0-861B-43D5EE693171}" presName="linear" presStyleCnt="0">
        <dgm:presLayoutVars>
          <dgm:dir/>
          <dgm:animLvl val="lvl"/>
          <dgm:resizeHandles val="exact"/>
        </dgm:presLayoutVars>
      </dgm:prSet>
      <dgm:spPr/>
    </dgm:pt>
    <dgm:pt modelId="{28CC23E5-EDE8-4C24-8072-D482B39568A0}" type="pres">
      <dgm:prSet presAssocID="{09864AE1-C64A-40DD-BABC-F95F3D36332B}" presName="parentLin" presStyleCnt="0"/>
      <dgm:spPr/>
    </dgm:pt>
    <dgm:pt modelId="{1F3C2A7B-22AF-4493-ABA1-02182F1EC484}" type="pres">
      <dgm:prSet presAssocID="{09864AE1-C64A-40DD-BABC-F95F3D36332B}" presName="parentLeftMargin" presStyleLbl="node1" presStyleIdx="0" presStyleCnt="1"/>
      <dgm:spPr/>
    </dgm:pt>
    <dgm:pt modelId="{D88D6BDC-FAE6-4B2E-89DF-7E9A65848EBE}" type="pres">
      <dgm:prSet presAssocID="{09864AE1-C64A-40DD-BABC-F95F3D36332B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C0D9B48C-8E86-4261-B1F7-62FCBC1C6FCF}" type="pres">
      <dgm:prSet presAssocID="{09864AE1-C64A-40DD-BABC-F95F3D36332B}" presName="negativeSpace" presStyleCnt="0"/>
      <dgm:spPr/>
    </dgm:pt>
    <dgm:pt modelId="{C78A1AF8-F5BA-47BD-9659-EC6899F04FEC}" type="pres">
      <dgm:prSet presAssocID="{09864AE1-C64A-40DD-BABC-F95F3D36332B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366FFA08-7152-4CA7-9E89-3D25F9122908}" type="presOf" srcId="{09864AE1-C64A-40DD-BABC-F95F3D36332B}" destId="{1F3C2A7B-22AF-4493-ABA1-02182F1EC484}" srcOrd="0" destOrd="0" presId="urn:microsoft.com/office/officeart/2005/8/layout/list1"/>
    <dgm:cxn modelId="{DC6AAE0C-83E3-4445-A80E-31451C45F0C3}" type="presOf" srcId="{1B0F5FF8-AB78-4CF7-A9FE-FF3FD67749A3}" destId="{C78A1AF8-F5BA-47BD-9659-EC6899F04FEC}" srcOrd="0" destOrd="1" presId="urn:microsoft.com/office/officeart/2005/8/layout/list1"/>
    <dgm:cxn modelId="{3A3CEE0C-C5AC-4E7B-A7FD-603901C0B48C}" type="presOf" srcId="{2299D6D0-5C7E-41B0-861B-43D5EE693171}" destId="{E54242D6-C749-4C42-9A9E-912B1AEF50FE}" srcOrd="0" destOrd="0" presId="urn:microsoft.com/office/officeart/2005/8/layout/list1"/>
    <dgm:cxn modelId="{88E6C511-398C-4DDD-94D7-DB8E51D12140}" srcId="{09864AE1-C64A-40DD-BABC-F95F3D36332B}" destId="{1B0F5FF8-AB78-4CF7-A9FE-FF3FD67749A3}" srcOrd="1" destOrd="0" parTransId="{DD1D3732-BEC7-4708-A584-A092D455D65F}" sibTransId="{DD8F2A32-CAEE-42FF-9BF6-EB876C8619D5}"/>
    <dgm:cxn modelId="{2153DD5D-062A-4063-A008-507577EA5231}" srcId="{2299D6D0-5C7E-41B0-861B-43D5EE693171}" destId="{09864AE1-C64A-40DD-BABC-F95F3D36332B}" srcOrd="0" destOrd="0" parTransId="{0F29EAF9-CC91-475B-A84F-C5DBCC63C80F}" sibTransId="{8E1FB639-9E39-4AE1-8A04-CFDB85CEE228}"/>
    <dgm:cxn modelId="{F6FCC242-496D-4045-9737-AC0C37A53E06}" type="presOf" srcId="{B98A4C06-2729-4240-A7C5-C5A671F3E043}" destId="{C78A1AF8-F5BA-47BD-9659-EC6899F04FEC}" srcOrd="0" destOrd="0" presId="urn:microsoft.com/office/officeart/2005/8/layout/list1"/>
    <dgm:cxn modelId="{A5B25F73-13F3-45BA-8A84-67C2979418D5}" srcId="{09864AE1-C64A-40DD-BABC-F95F3D36332B}" destId="{B98A4C06-2729-4240-A7C5-C5A671F3E043}" srcOrd="0" destOrd="0" parTransId="{5E5389B7-4DB6-4A4C-9414-EDDDD05BA030}" sibTransId="{977B75D7-7DB3-4B40-A64C-54091765A4B5}"/>
    <dgm:cxn modelId="{A9CA3CB8-E151-4E93-8F82-2DC482B67AA1}" type="presOf" srcId="{09864AE1-C64A-40DD-BABC-F95F3D36332B}" destId="{D88D6BDC-FAE6-4B2E-89DF-7E9A65848EBE}" srcOrd="1" destOrd="0" presId="urn:microsoft.com/office/officeart/2005/8/layout/list1"/>
    <dgm:cxn modelId="{7D0733AB-DD94-4554-B795-840557B0ECD1}" type="presParOf" srcId="{E54242D6-C749-4C42-9A9E-912B1AEF50FE}" destId="{28CC23E5-EDE8-4C24-8072-D482B39568A0}" srcOrd="0" destOrd="0" presId="urn:microsoft.com/office/officeart/2005/8/layout/list1"/>
    <dgm:cxn modelId="{380AAA6F-1B86-44DF-A8DC-311A6CF3768F}" type="presParOf" srcId="{28CC23E5-EDE8-4C24-8072-D482B39568A0}" destId="{1F3C2A7B-22AF-4493-ABA1-02182F1EC484}" srcOrd="0" destOrd="0" presId="urn:microsoft.com/office/officeart/2005/8/layout/list1"/>
    <dgm:cxn modelId="{FFBC5C56-D0AF-4EE0-BF38-156BF70900CD}" type="presParOf" srcId="{28CC23E5-EDE8-4C24-8072-D482B39568A0}" destId="{D88D6BDC-FAE6-4B2E-89DF-7E9A65848EBE}" srcOrd="1" destOrd="0" presId="urn:microsoft.com/office/officeart/2005/8/layout/list1"/>
    <dgm:cxn modelId="{36D2086B-BAB5-4852-AAE6-3EF43C765CE9}" type="presParOf" srcId="{E54242D6-C749-4C42-9A9E-912B1AEF50FE}" destId="{C0D9B48C-8E86-4261-B1F7-62FCBC1C6FCF}" srcOrd="1" destOrd="0" presId="urn:microsoft.com/office/officeart/2005/8/layout/list1"/>
    <dgm:cxn modelId="{AE6129A7-FA16-4240-96A0-9C705FBC652B}" type="presParOf" srcId="{E54242D6-C749-4C42-9A9E-912B1AEF50FE}" destId="{C78A1AF8-F5BA-47BD-9659-EC6899F04FEC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299D6D0-5C7E-41B0-861B-43D5EE693171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8360FCD1-5805-45AD-B89D-C2AF13445D57}">
      <dgm:prSet/>
      <dgm:spPr/>
      <dgm:t>
        <a:bodyPr/>
        <a:lstStyle/>
        <a:p>
          <a:pPr algn="just"/>
          <a:r>
            <a:rPr lang="it-IT" b="1" dirty="0"/>
            <a:t>Latar Belakang:</a:t>
          </a:r>
          <a:endParaRPr lang="en-US" dirty="0"/>
        </a:p>
      </dgm:t>
    </dgm:pt>
    <dgm:pt modelId="{2C903068-8C47-43D3-83B3-B1B8CB43654E}" type="parTrans" cxnId="{AA3E0C5C-E3DC-458C-A1F0-05B2A3D427B0}">
      <dgm:prSet/>
      <dgm:spPr/>
      <dgm:t>
        <a:bodyPr/>
        <a:lstStyle/>
        <a:p>
          <a:pPr algn="just"/>
          <a:endParaRPr lang="en-US"/>
        </a:p>
      </dgm:t>
    </dgm:pt>
    <dgm:pt modelId="{E6403EFD-05A7-4963-BC96-86BDC3C910FF}" type="sibTrans" cxnId="{AA3E0C5C-E3DC-458C-A1F0-05B2A3D427B0}">
      <dgm:prSet/>
      <dgm:spPr/>
      <dgm:t>
        <a:bodyPr/>
        <a:lstStyle/>
        <a:p>
          <a:pPr algn="just"/>
          <a:endParaRPr lang="en-US"/>
        </a:p>
      </dgm:t>
    </dgm:pt>
    <dgm:pt modelId="{4740F257-E2F2-4D33-9C7E-12D9FEDEBBA6}">
      <dgm:prSet/>
      <dgm:spPr/>
      <dgm:t>
        <a:bodyPr/>
        <a:lstStyle/>
        <a:p>
          <a:pPr algn="just"/>
          <a:r>
            <a:rPr lang="it-IT" b="1" dirty="0"/>
            <a:t>Sebuah bank multinasional ingin memastikan bahwa mereka dapat pulih dengan cepat dari gangguan operasional besar seperti bencana alam atau serangan siber. </a:t>
          </a:r>
          <a:endParaRPr lang="en-US" b="1" dirty="0"/>
        </a:p>
      </dgm:t>
    </dgm:pt>
    <dgm:pt modelId="{A797EB1F-0983-415C-B82D-BBC600211B57}" type="parTrans" cxnId="{209D3A14-89B3-4DA9-8A2F-A4CBBA737E6B}">
      <dgm:prSet/>
      <dgm:spPr/>
      <dgm:t>
        <a:bodyPr/>
        <a:lstStyle/>
        <a:p>
          <a:pPr algn="just"/>
          <a:endParaRPr lang="en-US"/>
        </a:p>
      </dgm:t>
    </dgm:pt>
    <dgm:pt modelId="{9C289C1B-CCF3-46ED-87B5-AF85DF9D11DB}" type="sibTrans" cxnId="{209D3A14-89B3-4DA9-8A2F-A4CBBA737E6B}">
      <dgm:prSet/>
      <dgm:spPr/>
      <dgm:t>
        <a:bodyPr/>
        <a:lstStyle/>
        <a:p>
          <a:pPr algn="just"/>
          <a:endParaRPr lang="en-US"/>
        </a:p>
      </dgm:t>
    </dgm:pt>
    <dgm:pt modelId="{7CDF6786-69A1-4EB1-91DE-DAEB35F00100}">
      <dgm:prSet/>
      <dgm:spPr/>
      <dgm:t>
        <a:bodyPr/>
        <a:lstStyle/>
        <a:p>
          <a:pPr algn="just"/>
          <a:r>
            <a:rPr lang="it-IT" b="1" dirty="0"/>
            <a:t>Mereka memutuskan untuk meningkatkan rencana pemulihan bencana mereka menggunakan panduan dari COBIT 2019.</a:t>
          </a:r>
          <a:endParaRPr lang="en-US" b="1" dirty="0"/>
        </a:p>
      </dgm:t>
    </dgm:pt>
    <dgm:pt modelId="{70E5DA2B-BD8D-464A-A51C-80385897B7C1}" type="parTrans" cxnId="{901CA9DF-5867-44EB-9D20-256736F38B70}">
      <dgm:prSet/>
      <dgm:spPr/>
      <dgm:t>
        <a:bodyPr/>
        <a:lstStyle/>
        <a:p>
          <a:endParaRPr lang="en-US"/>
        </a:p>
      </dgm:t>
    </dgm:pt>
    <dgm:pt modelId="{D5F485E9-408F-4AF2-B61C-652E9370E803}" type="sibTrans" cxnId="{901CA9DF-5867-44EB-9D20-256736F38B70}">
      <dgm:prSet/>
      <dgm:spPr/>
      <dgm:t>
        <a:bodyPr/>
        <a:lstStyle/>
        <a:p>
          <a:endParaRPr lang="en-US"/>
        </a:p>
      </dgm:t>
    </dgm:pt>
    <dgm:pt modelId="{E54242D6-C749-4C42-9A9E-912B1AEF50FE}" type="pres">
      <dgm:prSet presAssocID="{2299D6D0-5C7E-41B0-861B-43D5EE693171}" presName="linear" presStyleCnt="0">
        <dgm:presLayoutVars>
          <dgm:dir/>
          <dgm:animLvl val="lvl"/>
          <dgm:resizeHandles val="exact"/>
        </dgm:presLayoutVars>
      </dgm:prSet>
      <dgm:spPr/>
    </dgm:pt>
    <dgm:pt modelId="{519B84F9-FBFF-403D-A0CC-7F730CE3D1C4}" type="pres">
      <dgm:prSet presAssocID="{8360FCD1-5805-45AD-B89D-C2AF13445D57}" presName="parentLin" presStyleCnt="0"/>
      <dgm:spPr/>
    </dgm:pt>
    <dgm:pt modelId="{EAA47250-1C53-41E7-BE05-30E98DB32FE7}" type="pres">
      <dgm:prSet presAssocID="{8360FCD1-5805-45AD-B89D-C2AF13445D57}" presName="parentLeftMargin" presStyleLbl="node1" presStyleIdx="0" presStyleCnt="1"/>
      <dgm:spPr/>
    </dgm:pt>
    <dgm:pt modelId="{7813AA71-0444-4C35-8934-B1F48F93B9E7}" type="pres">
      <dgm:prSet presAssocID="{8360FCD1-5805-45AD-B89D-C2AF13445D57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DFC81255-C116-472B-9433-BFB6B6A8C622}" type="pres">
      <dgm:prSet presAssocID="{8360FCD1-5805-45AD-B89D-C2AF13445D57}" presName="negativeSpace" presStyleCnt="0"/>
      <dgm:spPr/>
    </dgm:pt>
    <dgm:pt modelId="{4018E96E-46E0-4E09-8748-BF8B8E6BD414}" type="pres">
      <dgm:prSet presAssocID="{8360FCD1-5805-45AD-B89D-C2AF13445D57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3A3CEE0C-C5AC-4E7B-A7FD-603901C0B48C}" type="presOf" srcId="{2299D6D0-5C7E-41B0-861B-43D5EE693171}" destId="{E54242D6-C749-4C42-9A9E-912B1AEF50FE}" srcOrd="0" destOrd="0" presId="urn:microsoft.com/office/officeart/2005/8/layout/list1"/>
    <dgm:cxn modelId="{209D3A14-89B3-4DA9-8A2F-A4CBBA737E6B}" srcId="{8360FCD1-5805-45AD-B89D-C2AF13445D57}" destId="{4740F257-E2F2-4D33-9C7E-12D9FEDEBBA6}" srcOrd="0" destOrd="0" parTransId="{A797EB1F-0983-415C-B82D-BBC600211B57}" sibTransId="{9C289C1B-CCF3-46ED-87B5-AF85DF9D11DB}"/>
    <dgm:cxn modelId="{AA3E0C5C-E3DC-458C-A1F0-05B2A3D427B0}" srcId="{2299D6D0-5C7E-41B0-861B-43D5EE693171}" destId="{8360FCD1-5805-45AD-B89D-C2AF13445D57}" srcOrd="0" destOrd="0" parTransId="{2C903068-8C47-43D3-83B3-B1B8CB43654E}" sibTransId="{E6403EFD-05A7-4963-BC96-86BDC3C910FF}"/>
    <dgm:cxn modelId="{33B18A6F-E209-48E0-B06B-38A66E1448F4}" type="presOf" srcId="{8360FCD1-5805-45AD-B89D-C2AF13445D57}" destId="{7813AA71-0444-4C35-8934-B1F48F93B9E7}" srcOrd="1" destOrd="0" presId="urn:microsoft.com/office/officeart/2005/8/layout/list1"/>
    <dgm:cxn modelId="{3DCD4753-A922-494F-A08E-6C10B63CDEBF}" type="presOf" srcId="{7CDF6786-69A1-4EB1-91DE-DAEB35F00100}" destId="{4018E96E-46E0-4E09-8748-BF8B8E6BD414}" srcOrd="0" destOrd="1" presId="urn:microsoft.com/office/officeart/2005/8/layout/list1"/>
    <dgm:cxn modelId="{A10FDF53-F66C-42C9-923A-E57E5032927D}" type="presOf" srcId="{8360FCD1-5805-45AD-B89D-C2AF13445D57}" destId="{EAA47250-1C53-41E7-BE05-30E98DB32FE7}" srcOrd="0" destOrd="0" presId="urn:microsoft.com/office/officeart/2005/8/layout/list1"/>
    <dgm:cxn modelId="{5A8D76AE-EB29-4E64-966A-4CDF0F866334}" type="presOf" srcId="{4740F257-E2F2-4D33-9C7E-12D9FEDEBBA6}" destId="{4018E96E-46E0-4E09-8748-BF8B8E6BD414}" srcOrd="0" destOrd="0" presId="urn:microsoft.com/office/officeart/2005/8/layout/list1"/>
    <dgm:cxn modelId="{901CA9DF-5867-44EB-9D20-256736F38B70}" srcId="{8360FCD1-5805-45AD-B89D-C2AF13445D57}" destId="{7CDF6786-69A1-4EB1-91DE-DAEB35F00100}" srcOrd="1" destOrd="0" parTransId="{70E5DA2B-BD8D-464A-A51C-80385897B7C1}" sibTransId="{D5F485E9-408F-4AF2-B61C-652E9370E803}"/>
    <dgm:cxn modelId="{C3608E6A-2691-4ED0-BC9B-5210E6835BC0}" type="presParOf" srcId="{E54242D6-C749-4C42-9A9E-912B1AEF50FE}" destId="{519B84F9-FBFF-403D-A0CC-7F730CE3D1C4}" srcOrd="0" destOrd="0" presId="urn:microsoft.com/office/officeart/2005/8/layout/list1"/>
    <dgm:cxn modelId="{6E07F658-6555-4F3D-8A0C-7AA8C6968DF5}" type="presParOf" srcId="{519B84F9-FBFF-403D-A0CC-7F730CE3D1C4}" destId="{EAA47250-1C53-41E7-BE05-30E98DB32FE7}" srcOrd="0" destOrd="0" presId="urn:microsoft.com/office/officeart/2005/8/layout/list1"/>
    <dgm:cxn modelId="{43F389C1-AE86-4223-B15E-17E99562E8F2}" type="presParOf" srcId="{519B84F9-FBFF-403D-A0CC-7F730CE3D1C4}" destId="{7813AA71-0444-4C35-8934-B1F48F93B9E7}" srcOrd="1" destOrd="0" presId="urn:microsoft.com/office/officeart/2005/8/layout/list1"/>
    <dgm:cxn modelId="{0B23EE2D-B635-4468-8521-2120577FDD37}" type="presParOf" srcId="{E54242D6-C749-4C42-9A9E-912B1AEF50FE}" destId="{DFC81255-C116-472B-9433-BFB6B6A8C622}" srcOrd="1" destOrd="0" presId="urn:microsoft.com/office/officeart/2005/8/layout/list1"/>
    <dgm:cxn modelId="{2655236C-AC3D-4A7E-BC99-3414575AD0FC}" type="presParOf" srcId="{E54242D6-C749-4C42-9A9E-912B1AEF50FE}" destId="{4018E96E-46E0-4E09-8748-BF8B8E6BD414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299D6D0-5C7E-41B0-861B-43D5EE693171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8360FCD1-5805-45AD-B89D-C2AF13445D57}">
      <dgm:prSet/>
      <dgm:spPr/>
      <dgm:t>
        <a:bodyPr/>
        <a:lstStyle/>
        <a:p>
          <a:pPr algn="just"/>
          <a:r>
            <a:rPr lang="en-US" b="1"/>
            <a:t>Proses DSS yang Relevan:</a:t>
          </a:r>
          <a:endParaRPr lang="en-US" dirty="0"/>
        </a:p>
      </dgm:t>
    </dgm:pt>
    <dgm:pt modelId="{2C903068-8C47-43D3-83B3-B1B8CB43654E}" type="parTrans" cxnId="{AA3E0C5C-E3DC-458C-A1F0-05B2A3D427B0}">
      <dgm:prSet/>
      <dgm:spPr/>
      <dgm:t>
        <a:bodyPr/>
        <a:lstStyle/>
        <a:p>
          <a:pPr algn="just"/>
          <a:endParaRPr lang="en-US"/>
        </a:p>
      </dgm:t>
    </dgm:pt>
    <dgm:pt modelId="{E6403EFD-05A7-4963-BC96-86BDC3C910FF}" type="sibTrans" cxnId="{AA3E0C5C-E3DC-458C-A1F0-05B2A3D427B0}">
      <dgm:prSet/>
      <dgm:spPr/>
      <dgm:t>
        <a:bodyPr/>
        <a:lstStyle/>
        <a:p>
          <a:pPr algn="just"/>
          <a:endParaRPr lang="en-US"/>
        </a:p>
      </dgm:t>
    </dgm:pt>
    <dgm:pt modelId="{EE4FE34F-7055-4E7D-9CF6-D3CDCE02A0FD}">
      <dgm:prSet/>
      <dgm:spPr/>
      <dgm:t>
        <a:bodyPr/>
        <a:lstStyle/>
        <a:p>
          <a:pPr algn="just">
            <a:buFont typeface="+mj-lt"/>
            <a:buAutoNum type="arabicPeriod"/>
          </a:pPr>
          <a:r>
            <a:rPr lang="en-US" b="1"/>
            <a:t>DSS04 - Manage Continuity</a:t>
          </a:r>
          <a:endParaRPr lang="en-US"/>
        </a:p>
      </dgm:t>
    </dgm:pt>
    <dgm:pt modelId="{47E3ED01-64E4-498F-B5A3-04EDD1F88BFC}" type="parTrans" cxnId="{11AEA354-588A-4D26-8687-D2062CE00F89}">
      <dgm:prSet/>
      <dgm:spPr/>
      <dgm:t>
        <a:bodyPr/>
        <a:lstStyle/>
        <a:p>
          <a:pPr algn="just"/>
          <a:endParaRPr lang="en-US"/>
        </a:p>
      </dgm:t>
    </dgm:pt>
    <dgm:pt modelId="{9B9C81E0-44AE-44AA-92FF-62A87AF5B559}" type="sibTrans" cxnId="{11AEA354-588A-4D26-8687-D2062CE00F89}">
      <dgm:prSet/>
      <dgm:spPr/>
      <dgm:t>
        <a:bodyPr/>
        <a:lstStyle/>
        <a:p>
          <a:pPr algn="just"/>
          <a:endParaRPr lang="en-US"/>
        </a:p>
      </dgm:t>
    </dgm:pt>
    <dgm:pt modelId="{5E1CEB56-31E7-4045-AE86-4ADAF0466C89}">
      <dgm:prSet/>
      <dgm:spPr/>
      <dgm:t>
        <a:bodyPr/>
        <a:lstStyle/>
        <a:p>
          <a:pPr algn="just">
            <a:buSzPts val="1000"/>
            <a:buFont typeface="Courier New" panose="02070309020205020404" pitchFamily="49" charset="0"/>
            <a:buChar char="o"/>
          </a:pPr>
          <a:r>
            <a:rPr lang="en-US" b="1"/>
            <a:t>Aplikasi Praktis:</a:t>
          </a:r>
          <a:r>
            <a:rPr lang="en-US"/>
            <a:t> Mengembangkan dan mengimplementasikan rencana pemulihan bencana yang komprehensif, termasuk uji coba berkala dan pembaruan rencana berdasarkan hasil uji coba.</a:t>
          </a:r>
        </a:p>
      </dgm:t>
    </dgm:pt>
    <dgm:pt modelId="{E35901A4-3B8B-4478-AC17-701295B2870F}" type="parTrans" cxnId="{23C1C305-1C2A-4312-8C02-B38F416A110C}">
      <dgm:prSet/>
      <dgm:spPr/>
      <dgm:t>
        <a:bodyPr/>
        <a:lstStyle/>
        <a:p>
          <a:pPr algn="just"/>
          <a:endParaRPr lang="en-US"/>
        </a:p>
      </dgm:t>
    </dgm:pt>
    <dgm:pt modelId="{7AD636B0-7223-4F1B-927D-6F7E6CF93000}" type="sibTrans" cxnId="{23C1C305-1C2A-4312-8C02-B38F416A110C}">
      <dgm:prSet/>
      <dgm:spPr/>
      <dgm:t>
        <a:bodyPr/>
        <a:lstStyle/>
        <a:p>
          <a:pPr algn="just"/>
          <a:endParaRPr lang="en-US"/>
        </a:p>
      </dgm:t>
    </dgm:pt>
    <dgm:pt modelId="{2DB209DC-6372-4423-B9FE-E0F9838EF1DE}">
      <dgm:prSet/>
      <dgm:spPr/>
      <dgm:t>
        <a:bodyPr/>
        <a:lstStyle/>
        <a:p>
          <a:pPr algn="just">
            <a:buSzPts val="1000"/>
            <a:buFont typeface="Courier New" panose="02070309020205020404" pitchFamily="49" charset="0"/>
            <a:buChar char="o"/>
          </a:pPr>
          <a:r>
            <a:rPr lang="en-US" b="1"/>
            <a:t>Tantangan:</a:t>
          </a:r>
          <a:r>
            <a:rPr lang="en-US"/>
            <a:t> Memastikan bahwa semua pemangku kepentingan memahami dan mendukung rencana pemulihan bencana.</a:t>
          </a:r>
        </a:p>
      </dgm:t>
    </dgm:pt>
    <dgm:pt modelId="{35B41ED5-E208-47ED-B434-C57CE3096F0B}" type="parTrans" cxnId="{D1BE320D-5C06-4831-B82F-4690564CBD66}">
      <dgm:prSet/>
      <dgm:spPr/>
      <dgm:t>
        <a:bodyPr/>
        <a:lstStyle/>
        <a:p>
          <a:pPr algn="just"/>
          <a:endParaRPr lang="en-US"/>
        </a:p>
      </dgm:t>
    </dgm:pt>
    <dgm:pt modelId="{69FEE63E-CC0A-4F1F-8060-59905B71E567}" type="sibTrans" cxnId="{D1BE320D-5C06-4831-B82F-4690564CBD66}">
      <dgm:prSet/>
      <dgm:spPr/>
      <dgm:t>
        <a:bodyPr/>
        <a:lstStyle/>
        <a:p>
          <a:pPr algn="just"/>
          <a:endParaRPr lang="en-US"/>
        </a:p>
      </dgm:t>
    </dgm:pt>
    <dgm:pt modelId="{E54242D6-C749-4C42-9A9E-912B1AEF50FE}" type="pres">
      <dgm:prSet presAssocID="{2299D6D0-5C7E-41B0-861B-43D5EE693171}" presName="linear" presStyleCnt="0">
        <dgm:presLayoutVars>
          <dgm:dir/>
          <dgm:animLvl val="lvl"/>
          <dgm:resizeHandles val="exact"/>
        </dgm:presLayoutVars>
      </dgm:prSet>
      <dgm:spPr/>
    </dgm:pt>
    <dgm:pt modelId="{519B84F9-FBFF-403D-A0CC-7F730CE3D1C4}" type="pres">
      <dgm:prSet presAssocID="{8360FCD1-5805-45AD-B89D-C2AF13445D57}" presName="parentLin" presStyleCnt="0"/>
      <dgm:spPr/>
    </dgm:pt>
    <dgm:pt modelId="{EAA47250-1C53-41E7-BE05-30E98DB32FE7}" type="pres">
      <dgm:prSet presAssocID="{8360FCD1-5805-45AD-B89D-C2AF13445D57}" presName="parentLeftMargin" presStyleLbl="node1" presStyleIdx="0" presStyleCnt="1"/>
      <dgm:spPr/>
    </dgm:pt>
    <dgm:pt modelId="{7813AA71-0444-4C35-8934-B1F48F93B9E7}" type="pres">
      <dgm:prSet presAssocID="{8360FCD1-5805-45AD-B89D-C2AF13445D57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DFC81255-C116-472B-9433-BFB6B6A8C622}" type="pres">
      <dgm:prSet presAssocID="{8360FCD1-5805-45AD-B89D-C2AF13445D57}" presName="negativeSpace" presStyleCnt="0"/>
      <dgm:spPr/>
    </dgm:pt>
    <dgm:pt modelId="{4018E96E-46E0-4E09-8748-BF8B8E6BD414}" type="pres">
      <dgm:prSet presAssocID="{8360FCD1-5805-45AD-B89D-C2AF13445D57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23C1C305-1C2A-4312-8C02-B38F416A110C}" srcId="{EE4FE34F-7055-4E7D-9CF6-D3CDCE02A0FD}" destId="{5E1CEB56-31E7-4045-AE86-4ADAF0466C89}" srcOrd="0" destOrd="0" parTransId="{E35901A4-3B8B-4478-AC17-701295B2870F}" sibTransId="{7AD636B0-7223-4F1B-927D-6F7E6CF93000}"/>
    <dgm:cxn modelId="{3A3CEE0C-C5AC-4E7B-A7FD-603901C0B48C}" type="presOf" srcId="{2299D6D0-5C7E-41B0-861B-43D5EE693171}" destId="{E54242D6-C749-4C42-9A9E-912B1AEF50FE}" srcOrd="0" destOrd="0" presId="urn:microsoft.com/office/officeart/2005/8/layout/list1"/>
    <dgm:cxn modelId="{D1BE320D-5C06-4831-B82F-4690564CBD66}" srcId="{EE4FE34F-7055-4E7D-9CF6-D3CDCE02A0FD}" destId="{2DB209DC-6372-4423-B9FE-E0F9838EF1DE}" srcOrd="1" destOrd="0" parTransId="{35B41ED5-E208-47ED-B434-C57CE3096F0B}" sibTransId="{69FEE63E-CC0A-4F1F-8060-59905B71E567}"/>
    <dgm:cxn modelId="{AA3E0C5C-E3DC-458C-A1F0-05B2A3D427B0}" srcId="{2299D6D0-5C7E-41B0-861B-43D5EE693171}" destId="{8360FCD1-5805-45AD-B89D-C2AF13445D57}" srcOrd="0" destOrd="0" parTransId="{2C903068-8C47-43D3-83B3-B1B8CB43654E}" sibTransId="{E6403EFD-05A7-4963-BC96-86BDC3C910FF}"/>
    <dgm:cxn modelId="{817EFE63-C2FC-497B-8718-D3F885160994}" type="presOf" srcId="{2DB209DC-6372-4423-B9FE-E0F9838EF1DE}" destId="{4018E96E-46E0-4E09-8748-BF8B8E6BD414}" srcOrd="0" destOrd="2" presId="urn:microsoft.com/office/officeart/2005/8/layout/list1"/>
    <dgm:cxn modelId="{33B18A6F-E209-48E0-B06B-38A66E1448F4}" type="presOf" srcId="{8360FCD1-5805-45AD-B89D-C2AF13445D57}" destId="{7813AA71-0444-4C35-8934-B1F48F93B9E7}" srcOrd="1" destOrd="0" presId="urn:microsoft.com/office/officeart/2005/8/layout/list1"/>
    <dgm:cxn modelId="{A10FDF53-F66C-42C9-923A-E57E5032927D}" type="presOf" srcId="{8360FCD1-5805-45AD-B89D-C2AF13445D57}" destId="{EAA47250-1C53-41E7-BE05-30E98DB32FE7}" srcOrd="0" destOrd="0" presId="urn:microsoft.com/office/officeart/2005/8/layout/list1"/>
    <dgm:cxn modelId="{11AEA354-588A-4D26-8687-D2062CE00F89}" srcId="{8360FCD1-5805-45AD-B89D-C2AF13445D57}" destId="{EE4FE34F-7055-4E7D-9CF6-D3CDCE02A0FD}" srcOrd="0" destOrd="0" parTransId="{47E3ED01-64E4-498F-B5A3-04EDD1F88BFC}" sibTransId="{9B9C81E0-44AE-44AA-92FF-62A87AF5B559}"/>
    <dgm:cxn modelId="{DDA69EBE-A3A0-422A-B9E0-4B85DBE4592C}" type="presOf" srcId="{EE4FE34F-7055-4E7D-9CF6-D3CDCE02A0FD}" destId="{4018E96E-46E0-4E09-8748-BF8B8E6BD414}" srcOrd="0" destOrd="0" presId="urn:microsoft.com/office/officeart/2005/8/layout/list1"/>
    <dgm:cxn modelId="{F5417FF3-F4B0-4577-B016-CCCDFDA07524}" type="presOf" srcId="{5E1CEB56-31E7-4045-AE86-4ADAF0466C89}" destId="{4018E96E-46E0-4E09-8748-BF8B8E6BD414}" srcOrd="0" destOrd="1" presId="urn:microsoft.com/office/officeart/2005/8/layout/list1"/>
    <dgm:cxn modelId="{C3608E6A-2691-4ED0-BC9B-5210E6835BC0}" type="presParOf" srcId="{E54242D6-C749-4C42-9A9E-912B1AEF50FE}" destId="{519B84F9-FBFF-403D-A0CC-7F730CE3D1C4}" srcOrd="0" destOrd="0" presId="urn:microsoft.com/office/officeart/2005/8/layout/list1"/>
    <dgm:cxn modelId="{6E07F658-6555-4F3D-8A0C-7AA8C6968DF5}" type="presParOf" srcId="{519B84F9-FBFF-403D-A0CC-7F730CE3D1C4}" destId="{EAA47250-1C53-41E7-BE05-30E98DB32FE7}" srcOrd="0" destOrd="0" presId="urn:microsoft.com/office/officeart/2005/8/layout/list1"/>
    <dgm:cxn modelId="{43F389C1-AE86-4223-B15E-17E99562E8F2}" type="presParOf" srcId="{519B84F9-FBFF-403D-A0CC-7F730CE3D1C4}" destId="{7813AA71-0444-4C35-8934-B1F48F93B9E7}" srcOrd="1" destOrd="0" presId="urn:microsoft.com/office/officeart/2005/8/layout/list1"/>
    <dgm:cxn modelId="{0B23EE2D-B635-4468-8521-2120577FDD37}" type="presParOf" srcId="{E54242D6-C749-4C42-9A9E-912B1AEF50FE}" destId="{DFC81255-C116-472B-9433-BFB6B6A8C622}" srcOrd="1" destOrd="0" presId="urn:microsoft.com/office/officeart/2005/8/layout/list1"/>
    <dgm:cxn modelId="{2655236C-AC3D-4A7E-BC99-3414575AD0FC}" type="presParOf" srcId="{E54242D6-C749-4C42-9A9E-912B1AEF50FE}" destId="{4018E96E-46E0-4E09-8748-BF8B8E6BD414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2299D6D0-5C7E-41B0-861B-43D5EE693171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8360FCD1-5805-45AD-B89D-C2AF13445D57}">
      <dgm:prSet/>
      <dgm:spPr/>
      <dgm:t>
        <a:bodyPr/>
        <a:lstStyle/>
        <a:p>
          <a:pPr algn="just"/>
          <a:r>
            <a:rPr lang="en-US" b="1"/>
            <a:t>Kegiatan Utama:</a:t>
          </a:r>
          <a:endParaRPr lang="en-US" b="1" dirty="0"/>
        </a:p>
      </dgm:t>
    </dgm:pt>
    <dgm:pt modelId="{2C903068-8C47-43D3-83B3-B1B8CB43654E}" type="parTrans" cxnId="{AA3E0C5C-E3DC-458C-A1F0-05B2A3D427B0}">
      <dgm:prSet/>
      <dgm:spPr/>
      <dgm:t>
        <a:bodyPr/>
        <a:lstStyle/>
        <a:p>
          <a:pPr algn="just"/>
          <a:endParaRPr lang="en-US" b="1"/>
        </a:p>
      </dgm:t>
    </dgm:pt>
    <dgm:pt modelId="{E6403EFD-05A7-4963-BC96-86BDC3C910FF}" type="sibTrans" cxnId="{AA3E0C5C-E3DC-458C-A1F0-05B2A3D427B0}">
      <dgm:prSet/>
      <dgm:spPr/>
      <dgm:t>
        <a:bodyPr/>
        <a:lstStyle/>
        <a:p>
          <a:pPr algn="just"/>
          <a:endParaRPr lang="en-US" b="1"/>
        </a:p>
      </dgm:t>
    </dgm:pt>
    <dgm:pt modelId="{801917C0-C577-41C7-AA8B-C7FD4FE8BA50}">
      <dgm:prSet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US" b="1"/>
            <a:t>Melakukan analisis dampak bisnis untuk mengidentifikasi proses kritis yang perlu dipulihkan terlebih dahulu.</a:t>
          </a:r>
        </a:p>
      </dgm:t>
    </dgm:pt>
    <dgm:pt modelId="{AFB052FE-56C6-47DD-A253-9D292F533E61}" type="parTrans" cxnId="{9FEBE0B2-665C-42BB-BFAB-AD15276BA353}">
      <dgm:prSet/>
      <dgm:spPr/>
      <dgm:t>
        <a:bodyPr/>
        <a:lstStyle/>
        <a:p>
          <a:endParaRPr lang="en-US" b="1"/>
        </a:p>
      </dgm:t>
    </dgm:pt>
    <dgm:pt modelId="{C2DAD9B2-EF0A-4723-BEFB-A24F89F5EABD}" type="sibTrans" cxnId="{9FEBE0B2-665C-42BB-BFAB-AD15276BA353}">
      <dgm:prSet/>
      <dgm:spPr/>
      <dgm:t>
        <a:bodyPr/>
        <a:lstStyle/>
        <a:p>
          <a:endParaRPr lang="en-US" b="1"/>
        </a:p>
      </dgm:t>
    </dgm:pt>
    <dgm:pt modelId="{83CD7BDF-4885-4E2E-84BF-52CFCD1207D9}">
      <dgm:prSet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US" b="1"/>
            <a:t>Mengembangkan rencana pemulihan yang mencakup langkah-langkah rinci untuk berbagai skenario bencana.</a:t>
          </a:r>
        </a:p>
      </dgm:t>
    </dgm:pt>
    <dgm:pt modelId="{FDBA30CC-3A0A-4299-8307-A5727A391735}" type="parTrans" cxnId="{8DADC677-6580-4595-A9A7-429CF5F3733A}">
      <dgm:prSet/>
      <dgm:spPr/>
      <dgm:t>
        <a:bodyPr/>
        <a:lstStyle/>
        <a:p>
          <a:endParaRPr lang="en-US" b="1"/>
        </a:p>
      </dgm:t>
    </dgm:pt>
    <dgm:pt modelId="{F019E7FC-6398-480E-8C50-C7FF489ADED1}" type="sibTrans" cxnId="{8DADC677-6580-4595-A9A7-429CF5F3733A}">
      <dgm:prSet/>
      <dgm:spPr/>
      <dgm:t>
        <a:bodyPr/>
        <a:lstStyle/>
        <a:p>
          <a:endParaRPr lang="en-US" b="1"/>
        </a:p>
      </dgm:t>
    </dgm:pt>
    <dgm:pt modelId="{48BDB85D-1D42-40E3-B3C7-3C8E0E5DACAC}">
      <dgm:prSet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US" b="1"/>
            <a:t>Melakukan uji coba rencana pemulihan secara berkala dan memperbarui rencana berdasarkan hasil uji coba.</a:t>
          </a:r>
        </a:p>
      </dgm:t>
    </dgm:pt>
    <dgm:pt modelId="{01003E19-670A-4757-B4E3-A8A58930BFB6}" type="parTrans" cxnId="{46AE43DD-D3CF-4B19-B912-55AFB7145EC8}">
      <dgm:prSet/>
      <dgm:spPr/>
      <dgm:t>
        <a:bodyPr/>
        <a:lstStyle/>
        <a:p>
          <a:endParaRPr lang="en-US" b="1"/>
        </a:p>
      </dgm:t>
    </dgm:pt>
    <dgm:pt modelId="{E989A4D6-47CA-4B69-889F-57CA7C293484}" type="sibTrans" cxnId="{46AE43DD-D3CF-4B19-B912-55AFB7145EC8}">
      <dgm:prSet/>
      <dgm:spPr/>
      <dgm:t>
        <a:bodyPr/>
        <a:lstStyle/>
        <a:p>
          <a:endParaRPr lang="en-US" b="1"/>
        </a:p>
      </dgm:t>
    </dgm:pt>
    <dgm:pt modelId="{E54242D6-C749-4C42-9A9E-912B1AEF50FE}" type="pres">
      <dgm:prSet presAssocID="{2299D6D0-5C7E-41B0-861B-43D5EE693171}" presName="linear" presStyleCnt="0">
        <dgm:presLayoutVars>
          <dgm:dir/>
          <dgm:animLvl val="lvl"/>
          <dgm:resizeHandles val="exact"/>
        </dgm:presLayoutVars>
      </dgm:prSet>
      <dgm:spPr/>
    </dgm:pt>
    <dgm:pt modelId="{519B84F9-FBFF-403D-A0CC-7F730CE3D1C4}" type="pres">
      <dgm:prSet presAssocID="{8360FCD1-5805-45AD-B89D-C2AF13445D57}" presName="parentLin" presStyleCnt="0"/>
      <dgm:spPr/>
    </dgm:pt>
    <dgm:pt modelId="{EAA47250-1C53-41E7-BE05-30E98DB32FE7}" type="pres">
      <dgm:prSet presAssocID="{8360FCD1-5805-45AD-B89D-C2AF13445D57}" presName="parentLeftMargin" presStyleLbl="node1" presStyleIdx="0" presStyleCnt="1"/>
      <dgm:spPr/>
    </dgm:pt>
    <dgm:pt modelId="{7813AA71-0444-4C35-8934-B1F48F93B9E7}" type="pres">
      <dgm:prSet presAssocID="{8360FCD1-5805-45AD-B89D-C2AF13445D57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DFC81255-C116-472B-9433-BFB6B6A8C622}" type="pres">
      <dgm:prSet presAssocID="{8360FCD1-5805-45AD-B89D-C2AF13445D57}" presName="negativeSpace" presStyleCnt="0"/>
      <dgm:spPr/>
    </dgm:pt>
    <dgm:pt modelId="{4018E96E-46E0-4E09-8748-BF8B8E6BD414}" type="pres">
      <dgm:prSet presAssocID="{8360FCD1-5805-45AD-B89D-C2AF13445D57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3A3CEE0C-C5AC-4E7B-A7FD-603901C0B48C}" type="presOf" srcId="{2299D6D0-5C7E-41B0-861B-43D5EE693171}" destId="{E54242D6-C749-4C42-9A9E-912B1AEF50FE}" srcOrd="0" destOrd="0" presId="urn:microsoft.com/office/officeart/2005/8/layout/list1"/>
    <dgm:cxn modelId="{B012BC0E-9CD0-4692-A5E4-EDEFAD559A6D}" type="presOf" srcId="{801917C0-C577-41C7-AA8B-C7FD4FE8BA50}" destId="{4018E96E-46E0-4E09-8748-BF8B8E6BD414}" srcOrd="0" destOrd="0" presId="urn:microsoft.com/office/officeart/2005/8/layout/list1"/>
    <dgm:cxn modelId="{61E0B10F-96ED-4733-AA22-0554AD7410E8}" type="presOf" srcId="{48BDB85D-1D42-40E3-B3C7-3C8E0E5DACAC}" destId="{4018E96E-46E0-4E09-8748-BF8B8E6BD414}" srcOrd="0" destOrd="2" presId="urn:microsoft.com/office/officeart/2005/8/layout/list1"/>
    <dgm:cxn modelId="{AA3E0C5C-E3DC-458C-A1F0-05B2A3D427B0}" srcId="{2299D6D0-5C7E-41B0-861B-43D5EE693171}" destId="{8360FCD1-5805-45AD-B89D-C2AF13445D57}" srcOrd="0" destOrd="0" parTransId="{2C903068-8C47-43D3-83B3-B1B8CB43654E}" sibTransId="{E6403EFD-05A7-4963-BC96-86BDC3C910FF}"/>
    <dgm:cxn modelId="{33B18A6F-E209-48E0-B06B-38A66E1448F4}" type="presOf" srcId="{8360FCD1-5805-45AD-B89D-C2AF13445D57}" destId="{7813AA71-0444-4C35-8934-B1F48F93B9E7}" srcOrd="1" destOrd="0" presId="urn:microsoft.com/office/officeart/2005/8/layout/list1"/>
    <dgm:cxn modelId="{A10FDF53-F66C-42C9-923A-E57E5032927D}" type="presOf" srcId="{8360FCD1-5805-45AD-B89D-C2AF13445D57}" destId="{EAA47250-1C53-41E7-BE05-30E98DB32FE7}" srcOrd="0" destOrd="0" presId="urn:microsoft.com/office/officeart/2005/8/layout/list1"/>
    <dgm:cxn modelId="{8DADC677-6580-4595-A9A7-429CF5F3733A}" srcId="{8360FCD1-5805-45AD-B89D-C2AF13445D57}" destId="{83CD7BDF-4885-4E2E-84BF-52CFCD1207D9}" srcOrd="1" destOrd="0" parTransId="{FDBA30CC-3A0A-4299-8307-A5727A391735}" sibTransId="{F019E7FC-6398-480E-8C50-C7FF489ADED1}"/>
    <dgm:cxn modelId="{9FEBE0B2-665C-42BB-BFAB-AD15276BA353}" srcId="{8360FCD1-5805-45AD-B89D-C2AF13445D57}" destId="{801917C0-C577-41C7-AA8B-C7FD4FE8BA50}" srcOrd="0" destOrd="0" parTransId="{AFB052FE-56C6-47DD-A253-9D292F533E61}" sibTransId="{C2DAD9B2-EF0A-4723-BEFB-A24F89F5EABD}"/>
    <dgm:cxn modelId="{46AE43DD-D3CF-4B19-B912-55AFB7145EC8}" srcId="{8360FCD1-5805-45AD-B89D-C2AF13445D57}" destId="{48BDB85D-1D42-40E3-B3C7-3C8E0E5DACAC}" srcOrd="2" destOrd="0" parTransId="{01003E19-670A-4757-B4E3-A8A58930BFB6}" sibTransId="{E989A4D6-47CA-4B69-889F-57CA7C293484}"/>
    <dgm:cxn modelId="{A2BCA7F6-F668-49B1-B564-4BDFFB21E114}" type="presOf" srcId="{83CD7BDF-4885-4E2E-84BF-52CFCD1207D9}" destId="{4018E96E-46E0-4E09-8748-BF8B8E6BD414}" srcOrd="0" destOrd="1" presId="urn:microsoft.com/office/officeart/2005/8/layout/list1"/>
    <dgm:cxn modelId="{C3608E6A-2691-4ED0-BC9B-5210E6835BC0}" type="presParOf" srcId="{E54242D6-C749-4C42-9A9E-912B1AEF50FE}" destId="{519B84F9-FBFF-403D-A0CC-7F730CE3D1C4}" srcOrd="0" destOrd="0" presId="urn:microsoft.com/office/officeart/2005/8/layout/list1"/>
    <dgm:cxn modelId="{6E07F658-6555-4F3D-8A0C-7AA8C6968DF5}" type="presParOf" srcId="{519B84F9-FBFF-403D-A0CC-7F730CE3D1C4}" destId="{EAA47250-1C53-41E7-BE05-30E98DB32FE7}" srcOrd="0" destOrd="0" presId="urn:microsoft.com/office/officeart/2005/8/layout/list1"/>
    <dgm:cxn modelId="{43F389C1-AE86-4223-B15E-17E99562E8F2}" type="presParOf" srcId="{519B84F9-FBFF-403D-A0CC-7F730CE3D1C4}" destId="{7813AA71-0444-4C35-8934-B1F48F93B9E7}" srcOrd="1" destOrd="0" presId="urn:microsoft.com/office/officeart/2005/8/layout/list1"/>
    <dgm:cxn modelId="{0B23EE2D-B635-4468-8521-2120577FDD37}" type="presParOf" srcId="{E54242D6-C749-4C42-9A9E-912B1AEF50FE}" destId="{DFC81255-C116-472B-9433-BFB6B6A8C622}" srcOrd="1" destOrd="0" presId="urn:microsoft.com/office/officeart/2005/8/layout/list1"/>
    <dgm:cxn modelId="{2655236C-AC3D-4A7E-BC99-3414575AD0FC}" type="presParOf" srcId="{E54242D6-C749-4C42-9A9E-912B1AEF50FE}" destId="{4018E96E-46E0-4E09-8748-BF8B8E6BD414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2299D6D0-5C7E-41B0-861B-43D5EE693171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8360FCD1-5805-45AD-B89D-C2AF13445D57}">
      <dgm:prSet/>
      <dgm:spPr/>
      <dgm:t>
        <a:bodyPr/>
        <a:lstStyle/>
        <a:p>
          <a:pPr algn="just"/>
          <a:r>
            <a:rPr lang="en-US" b="1"/>
            <a:t>Hasil:</a:t>
          </a:r>
          <a:endParaRPr lang="en-US" b="1" dirty="0"/>
        </a:p>
      </dgm:t>
    </dgm:pt>
    <dgm:pt modelId="{2C903068-8C47-43D3-83B3-B1B8CB43654E}" type="parTrans" cxnId="{AA3E0C5C-E3DC-458C-A1F0-05B2A3D427B0}">
      <dgm:prSet/>
      <dgm:spPr/>
      <dgm:t>
        <a:bodyPr/>
        <a:lstStyle/>
        <a:p>
          <a:pPr algn="just"/>
          <a:endParaRPr lang="en-US" b="1"/>
        </a:p>
      </dgm:t>
    </dgm:pt>
    <dgm:pt modelId="{E6403EFD-05A7-4963-BC96-86BDC3C910FF}" type="sibTrans" cxnId="{AA3E0C5C-E3DC-458C-A1F0-05B2A3D427B0}">
      <dgm:prSet/>
      <dgm:spPr/>
      <dgm:t>
        <a:bodyPr/>
        <a:lstStyle/>
        <a:p>
          <a:pPr algn="just"/>
          <a:endParaRPr lang="en-US" b="1"/>
        </a:p>
      </dgm:t>
    </dgm:pt>
    <dgm:pt modelId="{FC71B949-71BC-4D57-90E4-3B4F9A4699D5}">
      <dgm:prSet/>
      <dgm:spPr/>
      <dgm:t>
        <a:bodyPr/>
        <a:lstStyle/>
        <a:p>
          <a:pPr algn="just">
            <a:buSzPts val="1000"/>
            <a:buFont typeface="Symbol" panose="05050102010706020507" pitchFamily="18" charset="2"/>
            <a:buChar char=""/>
          </a:pPr>
          <a:r>
            <a:rPr lang="en-US" b="1"/>
            <a:t>Peningkatan kesiapan organisasi untuk menghadapi bencana.</a:t>
          </a:r>
        </a:p>
      </dgm:t>
    </dgm:pt>
    <dgm:pt modelId="{925C4F42-A529-42F4-AA77-B2E83CB3DB23}" type="parTrans" cxnId="{97B525BF-03F9-4807-84E8-CA8CD138C5FA}">
      <dgm:prSet/>
      <dgm:spPr/>
      <dgm:t>
        <a:bodyPr/>
        <a:lstStyle/>
        <a:p>
          <a:pPr algn="just"/>
          <a:endParaRPr lang="en-US" b="1"/>
        </a:p>
      </dgm:t>
    </dgm:pt>
    <dgm:pt modelId="{82425878-87CA-4CE8-8651-EAA4F7FADC59}" type="sibTrans" cxnId="{97B525BF-03F9-4807-84E8-CA8CD138C5FA}">
      <dgm:prSet/>
      <dgm:spPr/>
      <dgm:t>
        <a:bodyPr/>
        <a:lstStyle/>
        <a:p>
          <a:pPr algn="just"/>
          <a:endParaRPr lang="en-US" b="1"/>
        </a:p>
      </dgm:t>
    </dgm:pt>
    <dgm:pt modelId="{27360AB7-A2A8-418D-8E1D-8F8DF46AC694}">
      <dgm:prSet/>
      <dgm:spPr/>
      <dgm:t>
        <a:bodyPr/>
        <a:lstStyle/>
        <a:p>
          <a:pPr algn="just">
            <a:buSzPts val="1000"/>
            <a:buFont typeface="Symbol" panose="05050102010706020507" pitchFamily="18" charset="2"/>
            <a:buChar char=""/>
          </a:pPr>
          <a:r>
            <a:rPr lang="en-US" b="1"/>
            <a:t>Pengurangan waktu pemulihan dan dampak negatif dari gangguan besar.</a:t>
          </a:r>
        </a:p>
      </dgm:t>
    </dgm:pt>
    <dgm:pt modelId="{8DB74CC7-0450-434C-B030-194BCF0A54A4}" type="parTrans" cxnId="{4BB0B0FB-385B-49F4-8E75-B495791C7305}">
      <dgm:prSet/>
      <dgm:spPr/>
      <dgm:t>
        <a:bodyPr/>
        <a:lstStyle/>
        <a:p>
          <a:pPr algn="just"/>
          <a:endParaRPr lang="en-US" b="1"/>
        </a:p>
      </dgm:t>
    </dgm:pt>
    <dgm:pt modelId="{FB307A5B-14C5-4730-B9F2-CDC612E907EA}" type="sibTrans" cxnId="{4BB0B0FB-385B-49F4-8E75-B495791C7305}">
      <dgm:prSet/>
      <dgm:spPr/>
      <dgm:t>
        <a:bodyPr/>
        <a:lstStyle/>
        <a:p>
          <a:pPr algn="just"/>
          <a:endParaRPr lang="en-US" b="1"/>
        </a:p>
      </dgm:t>
    </dgm:pt>
    <dgm:pt modelId="{E54242D6-C749-4C42-9A9E-912B1AEF50FE}" type="pres">
      <dgm:prSet presAssocID="{2299D6D0-5C7E-41B0-861B-43D5EE693171}" presName="linear" presStyleCnt="0">
        <dgm:presLayoutVars>
          <dgm:dir/>
          <dgm:animLvl val="lvl"/>
          <dgm:resizeHandles val="exact"/>
        </dgm:presLayoutVars>
      </dgm:prSet>
      <dgm:spPr/>
    </dgm:pt>
    <dgm:pt modelId="{519B84F9-FBFF-403D-A0CC-7F730CE3D1C4}" type="pres">
      <dgm:prSet presAssocID="{8360FCD1-5805-45AD-B89D-C2AF13445D57}" presName="parentLin" presStyleCnt="0"/>
      <dgm:spPr/>
    </dgm:pt>
    <dgm:pt modelId="{EAA47250-1C53-41E7-BE05-30E98DB32FE7}" type="pres">
      <dgm:prSet presAssocID="{8360FCD1-5805-45AD-B89D-C2AF13445D57}" presName="parentLeftMargin" presStyleLbl="node1" presStyleIdx="0" presStyleCnt="1"/>
      <dgm:spPr/>
    </dgm:pt>
    <dgm:pt modelId="{7813AA71-0444-4C35-8934-B1F48F93B9E7}" type="pres">
      <dgm:prSet presAssocID="{8360FCD1-5805-45AD-B89D-C2AF13445D57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DFC81255-C116-472B-9433-BFB6B6A8C622}" type="pres">
      <dgm:prSet presAssocID="{8360FCD1-5805-45AD-B89D-C2AF13445D57}" presName="negativeSpace" presStyleCnt="0"/>
      <dgm:spPr/>
    </dgm:pt>
    <dgm:pt modelId="{4018E96E-46E0-4E09-8748-BF8B8E6BD414}" type="pres">
      <dgm:prSet presAssocID="{8360FCD1-5805-45AD-B89D-C2AF13445D57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3A3CEE0C-C5AC-4E7B-A7FD-603901C0B48C}" type="presOf" srcId="{2299D6D0-5C7E-41B0-861B-43D5EE693171}" destId="{E54242D6-C749-4C42-9A9E-912B1AEF50FE}" srcOrd="0" destOrd="0" presId="urn:microsoft.com/office/officeart/2005/8/layout/list1"/>
    <dgm:cxn modelId="{AA3E0C5C-E3DC-458C-A1F0-05B2A3D427B0}" srcId="{2299D6D0-5C7E-41B0-861B-43D5EE693171}" destId="{8360FCD1-5805-45AD-B89D-C2AF13445D57}" srcOrd="0" destOrd="0" parTransId="{2C903068-8C47-43D3-83B3-B1B8CB43654E}" sibTransId="{E6403EFD-05A7-4963-BC96-86BDC3C910FF}"/>
    <dgm:cxn modelId="{33B18A6F-E209-48E0-B06B-38A66E1448F4}" type="presOf" srcId="{8360FCD1-5805-45AD-B89D-C2AF13445D57}" destId="{7813AA71-0444-4C35-8934-B1F48F93B9E7}" srcOrd="1" destOrd="0" presId="urn:microsoft.com/office/officeart/2005/8/layout/list1"/>
    <dgm:cxn modelId="{A10FDF53-F66C-42C9-923A-E57E5032927D}" type="presOf" srcId="{8360FCD1-5805-45AD-B89D-C2AF13445D57}" destId="{EAA47250-1C53-41E7-BE05-30E98DB32FE7}" srcOrd="0" destOrd="0" presId="urn:microsoft.com/office/officeart/2005/8/layout/list1"/>
    <dgm:cxn modelId="{15ABACB9-9F0C-4169-9771-18C3308230CD}" type="presOf" srcId="{27360AB7-A2A8-418D-8E1D-8F8DF46AC694}" destId="{4018E96E-46E0-4E09-8748-BF8B8E6BD414}" srcOrd="0" destOrd="1" presId="urn:microsoft.com/office/officeart/2005/8/layout/list1"/>
    <dgm:cxn modelId="{97B525BF-03F9-4807-84E8-CA8CD138C5FA}" srcId="{8360FCD1-5805-45AD-B89D-C2AF13445D57}" destId="{FC71B949-71BC-4D57-90E4-3B4F9A4699D5}" srcOrd="0" destOrd="0" parTransId="{925C4F42-A529-42F4-AA77-B2E83CB3DB23}" sibTransId="{82425878-87CA-4CE8-8651-EAA4F7FADC59}"/>
    <dgm:cxn modelId="{66D66BE8-DA78-4E38-9952-8D882B3FB805}" type="presOf" srcId="{FC71B949-71BC-4D57-90E4-3B4F9A4699D5}" destId="{4018E96E-46E0-4E09-8748-BF8B8E6BD414}" srcOrd="0" destOrd="0" presId="urn:microsoft.com/office/officeart/2005/8/layout/list1"/>
    <dgm:cxn modelId="{4BB0B0FB-385B-49F4-8E75-B495791C7305}" srcId="{8360FCD1-5805-45AD-B89D-C2AF13445D57}" destId="{27360AB7-A2A8-418D-8E1D-8F8DF46AC694}" srcOrd="1" destOrd="0" parTransId="{8DB74CC7-0450-434C-B030-194BCF0A54A4}" sibTransId="{FB307A5B-14C5-4730-B9F2-CDC612E907EA}"/>
    <dgm:cxn modelId="{C3608E6A-2691-4ED0-BC9B-5210E6835BC0}" type="presParOf" srcId="{E54242D6-C749-4C42-9A9E-912B1AEF50FE}" destId="{519B84F9-FBFF-403D-A0CC-7F730CE3D1C4}" srcOrd="0" destOrd="0" presId="urn:microsoft.com/office/officeart/2005/8/layout/list1"/>
    <dgm:cxn modelId="{6E07F658-6555-4F3D-8A0C-7AA8C6968DF5}" type="presParOf" srcId="{519B84F9-FBFF-403D-A0CC-7F730CE3D1C4}" destId="{EAA47250-1C53-41E7-BE05-30E98DB32FE7}" srcOrd="0" destOrd="0" presId="urn:microsoft.com/office/officeart/2005/8/layout/list1"/>
    <dgm:cxn modelId="{43F389C1-AE86-4223-B15E-17E99562E8F2}" type="presParOf" srcId="{519B84F9-FBFF-403D-A0CC-7F730CE3D1C4}" destId="{7813AA71-0444-4C35-8934-B1F48F93B9E7}" srcOrd="1" destOrd="0" presId="urn:microsoft.com/office/officeart/2005/8/layout/list1"/>
    <dgm:cxn modelId="{0B23EE2D-B635-4468-8521-2120577FDD37}" type="presParOf" srcId="{E54242D6-C749-4C42-9A9E-912B1AEF50FE}" destId="{DFC81255-C116-472B-9433-BFB6B6A8C622}" srcOrd="1" destOrd="0" presId="urn:microsoft.com/office/officeart/2005/8/layout/list1"/>
    <dgm:cxn modelId="{2655236C-AC3D-4A7E-BC99-3414575AD0FC}" type="presParOf" srcId="{E54242D6-C749-4C42-9A9E-912B1AEF50FE}" destId="{4018E96E-46E0-4E09-8748-BF8B8E6BD414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2299D6D0-5C7E-41B0-861B-43D5EE693171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0419F5AF-C411-4822-A335-2CE40B2E01D8}">
      <dgm:prSet/>
      <dgm:spPr/>
      <dgm:t>
        <a:bodyPr/>
        <a:lstStyle/>
        <a:p>
          <a:pPr algn="just"/>
          <a:r>
            <a:rPr lang="it-IT" b="1" dirty="0"/>
            <a:t>Latar Belakang:</a:t>
          </a:r>
          <a:endParaRPr lang="en-US" dirty="0"/>
        </a:p>
      </dgm:t>
    </dgm:pt>
    <dgm:pt modelId="{03C1B260-ACA9-4A80-BD74-5E04ED3D6ADC}" type="parTrans" cxnId="{A511B96B-97A3-48E3-B920-F0D6F41E2BBD}">
      <dgm:prSet/>
      <dgm:spPr/>
      <dgm:t>
        <a:bodyPr/>
        <a:lstStyle/>
        <a:p>
          <a:pPr algn="just"/>
          <a:endParaRPr lang="en-US"/>
        </a:p>
      </dgm:t>
    </dgm:pt>
    <dgm:pt modelId="{9EA4583C-FA7D-435D-BF61-108EB24D3D6A}" type="sibTrans" cxnId="{A511B96B-97A3-48E3-B920-F0D6F41E2BBD}">
      <dgm:prSet/>
      <dgm:spPr/>
      <dgm:t>
        <a:bodyPr/>
        <a:lstStyle/>
        <a:p>
          <a:pPr algn="just"/>
          <a:endParaRPr lang="en-US"/>
        </a:p>
      </dgm:t>
    </dgm:pt>
    <dgm:pt modelId="{E84541B3-7AB2-4115-A34E-AEAE8B0CECB7}">
      <dgm:prSet/>
      <dgm:spPr/>
      <dgm:t>
        <a:bodyPr/>
        <a:lstStyle/>
        <a:p>
          <a:pPr algn="just"/>
          <a:r>
            <a:rPr lang="it-IT" dirty="0"/>
            <a:t>Sebuah perusahaan e-commerce besar menghadapi ancaman keamanan yang meningkat, termasuk serangan siber dan pelanggaran data. </a:t>
          </a:r>
          <a:endParaRPr lang="en-US" dirty="0"/>
        </a:p>
      </dgm:t>
    </dgm:pt>
    <dgm:pt modelId="{3237EB60-FBD5-4BE9-928A-B4F9F79D214D}" type="parTrans" cxnId="{22EDE65E-D17B-4385-8A42-33A25DFA34A3}">
      <dgm:prSet/>
      <dgm:spPr/>
      <dgm:t>
        <a:bodyPr/>
        <a:lstStyle/>
        <a:p>
          <a:pPr algn="just"/>
          <a:endParaRPr lang="en-US"/>
        </a:p>
      </dgm:t>
    </dgm:pt>
    <dgm:pt modelId="{5FB6020A-E480-41EB-86C8-3D9ACCB479FD}" type="sibTrans" cxnId="{22EDE65E-D17B-4385-8A42-33A25DFA34A3}">
      <dgm:prSet/>
      <dgm:spPr/>
      <dgm:t>
        <a:bodyPr/>
        <a:lstStyle/>
        <a:p>
          <a:pPr algn="just"/>
          <a:endParaRPr lang="en-US"/>
        </a:p>
      </dgm:t>
    </dgm:pt>
    <dgm:pt modelId="{BBECF658-88EE-4EAA-9D63-1F92735BB942}">
      <dgm:prSet/>
      <dgm:spPr/>
      <dgm:t>
        <a:bodyPr/>
        <a:lstStyle/>
        <a:p>
          <a:pPr algn="just"/>
          <a:r>
            <a:rPr lang="it-IT" dirty="0"/>
            <a:t>Mereka memutuskan untuk memperkuat layanan keamanan informasi mereka dengan mengadopsi proses-proses dalam domain DSS COBIT 2019.</a:t>
          </a:r>
          <a:endParaRPr lang="en-US" dirty="0"/>
        </a:p>
      </dgm:t>
    </dgm:pt>
    <dgm:pt modelId="{A9763BFA-54ED-4498-B8E9-01412A0CD227}" type="parTrans" cxnId="{25273A6C-3D35-48FC-87A2-802BD1FD1C45}">
      <dgm:prSet/>
      <dgm:spPr/>
    </dgm:pt>
    <dgm:pt modelId="{7E5931BA-E1F5-451B-B61D-EFE4E458C4DB}" type="sibTrans" cxnId="{25273A6C-3D35-48FC-87A2-802BD1FD1C45}">
      <dgm:prSet/>
      <dgm:spPr/>
    </dgm:pt>
    <dgm:pt modelId="{E54242D6-C749-4C42-9A9E-912B1AEF50FE}" type="pres">
      <dgm:prSet presAssocID="{2299D6D0-5C7E-41B0-861B-43D5EE693171}" presName="linear" presStyleCnt="0">
        <dgm:presLayoutVars>
          <dgm:dir/>
          <dgm:animLvl val="lvl"/>
          <dgm:resizeHandles val="exact"/>
        </dgm:presLayoutVars>
      </dgm:prSet>
      <dgm:spPr/>
    </dgm:pt>
    <dgm:pt modelId="{A98BBA69-F427-483C-A30F-58F4D9DD2E87}" type="pres">
      <dgm:prSet presAssocID="{0419F5AF-C411-4822-A335-2CE40B2E01D8}" presName="parentLin" presStyleCnt="0"/>
      <dgm:spPr/>
    </dgm:pt>
    <dgm:pt modelId="{E0ED5BDE-2950-4ED2-B19C-FD3DE979E394}" type="pres">
      <dgm:prSet presAssocID="{0419F5AF-C411-4822-A335-2CE40B2E01D8}" presName="parentLeftMargin" presStyleLbl="node1" presStyleIdx="0" presStyleCnt="1"/>
      <dgm:spPr/>
    </dgm:pt>
    <dgm:pt modelId="{6EEF9656-B498-48DB-AE30-3E09A2AD004B}" type="pres">
      <dgm:prSet presAssocID="{0419F5AF-C411-4822-A335-2CE40B2E01D8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1B7A3531-233E-4005-9E93-51A129B05448}" type="pres">
      <dgm:prSet presAssocID="{0419F5AF-C411-4822-A335-2CE40B2E01D8}" presName="negativeSpace" presStyleCnt="0"/>
      <dgm:spPr/>
    </dgm:pt>
    <dgm:pt modelId="{6049E85D-302B-4DDE-AC02-A438B4CCC767}" type="pres">
      <dgm:prSet presAssocID="{0419F5AF-C411-4822-A335-2CE40B2E01D8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3A3CEE0C-C5AC-4E7B-A7FD-603901C0B48C}" type="presOf" srcId="{2299D6D0-5C7E-41B0-861B-43D5EE693171}" destId="{E54242D6-C749-4C42-9A9E-912B1AEF50FE}" srcOrd="0" destOrd="0" presId="urn:microsoft.com/office/officeart/2005/8/layout/list1"/>
    <dgm:cxn modelId="{22EDE65E-D17B-4385-8A42-33A25DFA34A3}" srcId="{0419F5AF-C411-4822-A335-2CE40B2E01D8}" destId="{E84541B3-7AB2-4115-A34E-AEAE8B0CECB7}" srcOrd="0" destOrd="0" parTransId="{3237EB60-FBD5-4BE9-928A-B4F9F79D214D}" sibTransId="{5FB6020A-E480-41EB-86C8-3D9ACCB479FD}"/>
    <dgm:cxn modelId="{A511B96B-97A3-48E3-B920-F0D6F41E2BBD}" srcId="{2299D6D0-5C7E-41B0-861B-43D5EE693171}" destId="{0419F5AF-C411-4822-A335-2CE40B2E01D8}" srcOrd="0" destOrd="0" parTransId="{03C1B260-ACA9-4A80-BD74-5E04ED3D6ADC}" sibTransId="{9EA4583C-FA7D-435D-BF61-108EB24D3D6A}"/>
    <dgm:cxn modelId="{25273A6C-3D35-48FC-87A2-802BD1FD1C45}" srcId="{0419F5AF-C411-4822-A335-2CE40B2E01D8}" destId="{BBECF658-88EE-4EAA-9D63-1F92735BB942}" srcOrd="1" destOrd="0" parTransId="{A9763BFA-54ED-4498-B8E9-01412A0CD227}" sibTransId="{7E5931BA-E1F5-451B-B61D-EFE4E458C4DB}"/>
    <dgm:cxn modelId="{ACBBA5BB-67BF-4B9E-BD60-C2494EA9B5EE}" type="presOf" srcId="{E84541B3-7AB2-4115-A34E-AEAE8B0CECB7}" destId="{6049E85D-302B-4DDE-AC02-A438B4CCC767}" srcOrd="0" destOrd="0" presId="urn:microsoft.com/office/officeart/2005/8/layout/list1"/>
    <dgm:cxn modelId="{74C2C6CC-23AE-4627-A429-3B54CE946722}" type="presOf" srcId="{BBECF658-88EE-4EAA-9D63-1F92735BB942}" destId="{6049E85D-302B-4DDE-AC02-A438B4CCC767}" srcOrd="0" destOrd="1" presId="urn:microsoft.com/office/officeart/2005/8/layout/list1"/>
    <dgm:cxn modelId="{273E3AD4-2E73-47AD-9272-82E93515333B}" type="presOf" srcId="{0419F5AF-C411-4822-A335-2CE40B2E01D8}" destId="{6EEF9656-B498-48DB-AE30-3E09A2AD004B}" srcOrd="1" destOrd="0" presId="urn:microsoft.com/office/officeart/2005/8/layout/list1"/>
    <dgm:cxn modelId="{B13339FE-C5CD-4965-99E6-41E5F2953F61}" type="presOf" srcId="{0419F5AF-C411-4822-A335-2CE40B2E01D8}" destId="{E0ED5BDE-2950-4ED2-B19C-FD3DE979E394}" srcOrd="0" destOrd="0" presId="urn:microsoft.com/office/officeart/2005/8/layout/list1"/>
    <dgm:cxn modelId="{3F295A91-B861-4B7B-B6C6-000210207612}" type="presParOf" srcId="{E54242D6-C749-4C42-9A9E-912B1AEF50FE}" destId="{A98BBA69-F427-483C-A30F-58F4D9DD2E87}" srcOrd="0" destOrd="0" presId="urn:microsoft.com/office/officeart/2005/8/layout/list1"/>
    <dgm:cxn modelId="{4818315E-CF4D-432B-B643-A8D826BC4336}" type="presParOf" srcId="{A98BBA69-F427-483C-A30F-58F4D9DD2E87}" destId="{E0ED5BDE-2950-4ED2-B19C-FD3DE979E394}" srcOrd="0" destOrd="0" presId="urn:microsoft.com/office/officeart/2005/8/layout/list1"/>
    <dgm:cxn modelId="{D93750C2-0EA6-4135-BF7E-C76AEA4FC123}" type="presParOf" srcId="{A98BBA69-F427-483C-A30F-58F4D9DD2E87}" destId="{6EEF9656-B498-48DB-AE30-3E09A2AD004B}" srcOrd="1" destOrd="0" presId="urn:microsoft.com/office/officeart/2005/8/layout/list1"/>
    <dgm:cxn modelId="{4AD0CD82-064A-46CC-96C0-06B2A8A47587}" type="presParOf" srcId="{E54242D6-C749-4C42-9A9E-912B1AEF50FE}" destId="{1B7A3531-233E-4005-9E93-51A129B05448}" srcOrd="1" destOrd="0" presId="urn:microsoft.com/office/officeart/2005/8/layout/list1"/>
    <dgm:cxn modelId="{A8F37F8A-E8FA-45E2-BE0F-96AEC8BD59DC}" type="presParOf" srcId="{E54242D6-C749-4C42-9A9E-912B1AEF50FE}" destId="{6049E85D-302B-4DDE-AC02-A438B4CCC767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2299D6D0-5C7E-41B0-861B-43D5EE693171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0419F5AF-C411-4822-A335-2CE40B2E01D8}">
      <dgm:prSet/>
      <dgm:spPr/>
      <dgm:t>
        <a:bodyPr/>
        <a:lstStyle/>
        <a:p>
          <a:pPr algn="just"/>
          <a:r>
            <a:rPr lang="en-US" b="1"/>
            <a:t>Proses DSS yang Relevan:</a:t>
          </a:r>
          <a:endParaRPr lang="en-US" dirty="0"/>
        </a:p>
      </dgm:t>
    </dgm:pt>
    <dgm:pt modelId="{03C1B260-ACA9-4A80-BD74-5E04ED3D6ADC}" type="parTrans" cxnId="{A511B96B-97A3-48E3-B920-F0D6F41E2BBD}">
      <dgm:prSet/>
      <dgm:spPr/>
      <dgm:t>
        <a:bodyPr/>
        <a:lstStyle/>
        <a:p>
          <a:pPr algn="just"/>
          <a:endParaRPr lang="en-US"/>
        </a:p>
      </dgm:t>
    </dgm:pt>
    <dgm:pt modelId="{9EA4583C-FA7D-435D-BF61-108EB24D3D6A}" type="sibTrans" cxnId="{A511B96B-97A3-48E3-B920-F0D6F41E2BBD}">
      <dgm:prSet/>
      <dgm:spPr/>
      <dgm:t>
        <a:bodyPr/>
        <a:lstStyle/>
        <a:p>
          <a:pPr algn="just"/>
          <a:endParaRPr lang="en-US"/>
        </a:p>
      </dgm:t>
    </dgm:pt>
    <dgm:pt modelId="{D24C2BFE-9721-43B9-BF7B-8EF5CBA7A110}">
      <dgm:prSet/>
      <dgm:spPr/>
      <dgm:t>
        <a:bodyPr/>
        <a:lstStyle/>
        <a:p>
          <a:pPr algn="just">
            <a:buFont typeface="+mj-lt"/>
            <a:buAutoNum type="arabicPeriod"/>
          </a:pPr>
          <a:r>
            <a:rPr lang="en-US" b="1"/>
            <a:t>DSS05 - Manage Security Services</a:t>
          </a:r>
          <a:endParaRPr lang="en-US"/>
        </a:p>
      </dgm:t>
    </dgm:pt>
    <dgm:pt modelId="{C94703B3-FCA9-4A12-B74B-AE57EBC9A698}" type="parTrans" cxnId="{95D665D0-7088-4D9A-B97E-A3B16B571A4D}">
      <dgm:prSet/>
      <dgm:spPr/>
      <dgm:t>
        <a:bodyPr/>
        <a:lstStyle/>
        <a:p>
          <a:endParaRPr lang="en-US"/>
        </a:p>
      </dgm:t>
    </dgm:pt>
    <dgm:pt modelId="{9E6CAA7C-B697-48F5-859C-5266FA220EA0}" type="sibTrans" cxnId="{95D665D0-7088-4D9A-B97E-A3B16B571A4D}">
      <dgm:prSet/>
      <dgm:spPr/>
      <dgm:t>
        <a:bodyPr/>
        <a:lstStyle/>
        <a:p>
          <a:endParaRPr lang="en-US"/>
        </a:p>
      </dgm:t>
    </dgm:pt>
    <dgm:pt modelId="{D4C63C47-1CE8-4A21-923C-D6C7FC9CD1FE}">
      <dgm:prSet/>
      <dgm:spPr/>
      <dgm:t>
        <a:bodyPr/>
        <a:lstStyle/>
        <a:p>
          <a:pPr algn="just">
            <a:buSzPts val="1000"/>
            <a:buFont typeface="Courier New" panose="02070309020205020404" pitchFamily="49" charset="0"/>
            <a:buChar char="o"/>
          </a:pPr>
          <a:r>
            <a:rPr lang="en-US" b="1"/>
            <a:t>Aplikasi Praktis:</a:t>
          </a:r>
          <a:r>
            <a:rPr lang="en-US"/>
            <a:t> Menerapkan kontrol keamanan yang lebih kuat dan sistem pemantauan yang lebih baik untuk melindungi aset informasi perusahaan.</a:t>
          </a:r>
        </a:p>
      </dgm:t>
    </dgm:pt>
    <dgm:pt modelId="{BB98EE45-366F-4661-8231-7EEB1B096C29}" type="parTrans" cxnId="{54BD637F-4B23-4AEC-B8B7-8499790CD13E}">
      <dgm:prSet/>
      <dgm:spPr/>
      <dgm:t>
        <a:bodyPr/>
        <a:lstStyle/>
        <a:p>
          <a:endParaRPr lang="en-US"/>
        </a:p>
      </dgm:t>
    </dgm:pt>
    <dgm:pt modelId="{13229D82-7D75-47AB-AFF5-A33095A7FFD3}" type="sibTrans" cxnId="{54BD637F-4B23-4AEC-B8B7-8499790CD13E}">
      <dgm:prSet/>
      <dgm:spPr/>
      <dgm:t>
        <a:bodyPr/>
        <a:lstStyle/>
        <a:p>
          <a:endParaRPr lang="en-US"/>
        </a:p>
      </dgm:t>
    </dgm:pt>
    <dgm:pt modelId="{733421C8-3D24-4C36-9986-437616BD8968}">
      <dgm:prSet/>
      <dgm:spPr/>
      <dgm:t>
        <a:bodyPr/>
        <a:lstStyle/>
        <a:p>
          <a:pPr algn="just">
            <a:buSzPts val="1000"/>
            <a:buFont typeface="Courier New" panose="02070309020205020404" pitchFamily="49" charset="0"/>
            <a:buChar char="o"/>
          </a:pPr>
          <a:r>
            <a:rPr lang="en-US" b="1"/>
            <a:t>Tantangan:</a:t>
          </a:r>
          <a:r>
            <a:rPr lang="en-US"/>
            <a:t> Memastikan bahwa semua karyawan memahami dan mematuhi kebijakan keamanan baru.</a:t>
          </a:r>
        </a:p>
      </dgm:t>
    </dgm:pt>
    <dgm:pt modelId="{8B9AACAE-95D2-4FC2-B87A-912C78CB5DCC}" type="parTrans" cxnId="{536F06D1-9028-4ADF-8F4C-4A74551860D6}">
      <dgm:prSet/>
      <dgm:spPr/>
      <dgm:t>
        <a:bodyPr/>
        <a:lstStyle/>
        <a:p>
          <a:endParaRPr lang="en-US"/>
        </a:p>
      </dgm:t>
    </dgm:pt>
    <dgm:pt modelId="{5EAF2D6E-EEF1-450C-8579-90EB183E8F92}" type="sibTrans" cxnId="{536F06D1-9028-4ADF-8F4C-4A74551860D6}">
      <dgm:prSet/>
      <dgm:spPr/>
      <dgm:t>
        <a:bodyPr/>
        <a:lstStyle/>
        <a:p>
          <a:endParaRPr lang="en-US"/>
        </a:p>
      </dgm:t>
    </dgm:pt>
    <dgm:pt modelId="{E54242D6-C749-4C42-9A9E-912B1AEF50FE}" type="pres">
      <dgm:prSet presAssocID="{2299D6D0-5C7E-41B0-861B-43D5EE693171}" presName="linear" presStyleCnt="0">
        <dgm:presLayoutVars>
          <dgm:dir/>
          <dgm:animLvl val="lvl"/>
          <dgm:resizeHandles val="exact"/>
        </dgm:presLayoutVars>
      </dgm:prSet>
      <dgm:spPr/>
    </dgm:pt>
    <dgm:pt modelId="{A98BBA69-F427-483C-A30F-58F4D9DD2E87}" type="pres">
      <dgm:prSet presAssocID="{0419F5AF-C411-4822-A335-2CE40B2E01D8}" presName="parentLin" presStyleCnt="0"/>
      <dgm:spPr/>
    </dgm:pt>
    <dgm:pt modelId="{E0ED5BDE-2950-4ED2-B19C-FD3DE979E394}" type="pres">
      <dgm:prSet presAssocID="{0419F5AF-C411-4822-A335-2CE40B2E01D8}" presName="parentLeftMargin" presStyleLbl="node1" presStyleIdx="0" presStyleCnt="1"/>
      <dgm:spPr/>
    </dgm:pt>
    <dgm:pt modelId="{6EEF9656-B498-48DB-AE30-3E09A2AD004B}" type="pres">
      <dgm:prSet presAssocID="{0419F5AF-C411-4822-A335-2CE40B2E01D8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1B7A3531-233E-4005-9E93-51A129B05448}" type="pres">
      <dgm:prSet presAssocID="{0419F5AF-C411-4822-A335-2CE40B2E01D8}" presName="negativeSpace" presStyleCnt="0"/>
      <dgm:spPr/>
    </dgm:pt>
    <dgm:pt modelId="{6049E85D-302B-4DDE-AC02-A438B4CCC767}" type="pres">
      <dgm:prSet presAssocID="{0419F5AF-C411-4822-A335-2CE40B2E01D8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3A3CEE0C-C5AC-4E7B-A7FD-603901C0B48C}" type="presOf" srcId="{2299D6D0-5C7E-41B0-861B-43D5EE693171}" destId="{E54242D6-C749-4C42-9A9E-912B1AEF50FE}" srcOrd="0" destOrd="0" presId="urn:microsoft.com/office/officeart/2005/8/layout/list1"/>
    <dgm:cxn modelId="{A511B96B-97A3-48E3-B920-F0D6F41E2BBD}" srcId="{2299D6D0-5C7E-41B0-861B-43D5EE693171}" destId="{0419F5AF-C411-4822-A335-2CE40B2E01D8}" srcOrd="0" destOrd="0" parTransId="{03C1B260-ACA9-4A80-BD74-5E04ED3D6ADC}" sibTransId="{9EA4583C-FA7D-435D-BF61-108EB24D3D6A}"/>
    <dgm:cxn modelId="{54BD637F-4B23-4AEC-B8B7-8499790CD13E}" srcId="{D24C2BFE-9721-43B9-BF7B-8EF5CBA7A110}" destId="{D4C63C47-1CE8-4A21-923C-D6C7FC9CD1FE}" srcOrd="0" destOrd="0" parTransId="{BB98EE45-366F-4661-8231-7EEB1B096C29}" sibTransId="{13229D82-7D75-47AB-AFF5-A33095A7FFD3}"/>
    <dgm:cxn modelId="{6EFE4EB3-998B-4B9E-8C24-1312362BAD2E}" type="presOf" srcId="{D4C63C47-1CE8-4A21-923C-D6C7FC9CD1FE}" destId="{6049E85D-302B-4DDE-AC02-A438B4CCC767}" srcOrd="0" destOrd="1" presId="urn:microsoft.com/office/officeart/2005/8/layout/list1"/>
    <dgm:cxn modelId="{95D665D0-7088-4D9A-B97E-A3B16B571A4D}" srcId="{0419F5AF-C411-4822-A335-2CE40B2E01D8}" destId="{D24C2BFE-9721-43B9-BF7B-8EF5CBA7A110}" srcOrd="0" destOrd="0" parTransId="{C94703B3-FCA9-4A12-B74B-AE57EBC9A698}" sibTransId="{9E6CAA7C-B697-48F5-859C-5266FA220EA0}"/>
    <dgm:cxn modelId="{536F06D1-9028-4ADF-8F4C-4A74551860D6}" srcId="{D24C2BFE-9721-43B9-BF7B-8EF5CBA7A110}" destId="{733421C8-3D24-4C36-9986-437616BD8968}" srcOrd="1" destOrd="0" parTransId="{8B9AACAE-95D2-4FC2-B87A-912C78CB5DCC}" sibTransId="{5EAF2D6E-EEF1-450C-8579-90EB183E8F92}"/>
    <dgm:cxn modelId="{273E3AD4-2E73-47AD-9272-82E93515333B}" type="presOf" srcId="{0419F5AF-C411-4822-A335-2CE40B2E01D8}" destId="{6EEF9656-B498-48DB-AE30-3E09A2AD004B}" srcOrd="1" destOrd="0" presId="urn:microsoft.com/office/officeart/2005/8/layout/list1"/>
    <dgm:cxn modelId="{F77345E3-96C4-410D-8AF0-D54170B91434}" type="presOf" srcId="{733421C8-3D24-4C36-9986-437616BD8968}" destId="{6049E85D-302B-4DDE-AC02-A438B4CCC767}" srcOrd="0" destOrd="2" presId="urn:microsoft.com/office/officeart/2005/8/layout/list1"/>
    <dgm:cxn modelId="{1D61A4FB-A19D-43AD-A037-F23183D56BD4}" type="presOf" srcId="{D24C2BFE-9721-43B9-BF7B-8EF5CBA7A110}" destId="{6049E85D-302B-4DDE-AC02-A438B4CCC767}" srcOrd="0" destOrd="0" presId="urn:microsoft.com/office/officeart/2005/8/layout/list1"/>
    <dgm:cxn modelId="{B13339FE-C5CD-4965-99E6-41E5F2953F61}" type="presOf" srcId="{0419F5AF-C411-4822-A335-2CE40B2E01D8}" destId="{E0ED5BDE-2950-4ED2-B19C-FD3DE979E394}" srcOrd="0" destOrd="0" presId="urn:microsoft.com/office/officeart/2005/8/layout/list1"/>
    <dgm:cxn modelId="{3F295A91-B861-4B7B-B6C6-000210207612}" type="presParOf" srcId="{E54242D6-C749-4C42-9A9E-912B1AEF50FE}" destId="{A98BBA69-F427-483C-A30F-58F4D9DD2E87}" srcOrd="0" destOrd="0" presId="urn:microsoft.com/office/officeart/2005/8/layout/list1"/>
    <dgm:cxn modelId="{4818315E-CF4D-432B-B643-A8D826BC4336}" type="presParOf" srcId="{A98BBA69-F427-483C-A30F-58F4D9DD2E87}" destId="{E0ED5BDE-2950-4ED2-B19C-FD3DE979E394}" srcOrd="0" destOrd="0" presId="urn:microsoft.com/office/officeart/2005/8/layout/list1"/>
    <dgm:cxn modelId="{D93750C2-0EA6-4135-BF7E-C76AEA4FC123}" type="presParOf" srcId="{A98BBA69-F427-483C-A30F-58F4D9DD2E87}" destId="{6EEF9656-B498-48DB-AE30-3E09A2AD004B}" srcOrd="1" destOrd="0" presId="urn:microsoft.com/office/officeart/2005/8/layout/list1"/>
    <dgm:cxn modelId="{4AD0CD82-064A-46CC-96C0-06B2A8A47587}" type="presParOf" srcId="{E54242D6-C749-4C42-9A9E-912B1AEF50FE}" destId="{1B7A3531-233E-4005-9E93-51A129B05448}" srcOrd="1" destOrd="0" presId="urn:microsoft.com/office/officeart/2005/8/layout/list1"/>
    <dgm:cxn modelId="{A8F37F8A-E8FA-45E2-BE0F-96AEC8BD59DC}" type="presParOf" srcId="{E54242D6-C749-4C42-9A9E-912B1AEF50FE}" destId="{6049E85D-302B-4DDE-AC02-A438B4CCC767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2299D6D0-5C7E-41B0-861B-43D5EE693171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0419F5AF-C411-4822-A335-2CE40B2E01D8}">
      <dgm:prSet/>
      <dgm:spPr/>
      <dgm:t>
        <a:bodyPr/>
        <a:lstStyle/>
        <a:p>
          <a:pPr algn="just"/>
          <a:r>
            <a:rPr lang="en-US" b="1"/>
            <a:t>Kegiatan Utama:</a:t>
          </a:r>
          <a:endParaRPr lang="en-US" b="1" dirty="0"/>
        </a:p>
      </dgm:t>
    </dgm:pt>
    <dgm:pt modelId="{03C1B260-ACA9-4A80-BD74-5E04ED3D6ADC}" type="parTrans" cxnId="{A511B96B-97A3-48E3-B920-F0D6F41E2BBD}">
      <dgm:prSet/>
      <dgm:spPr/>
      <dgm:t>
        <a:bodyPr/>
        <a:lstStyle/>
        <a:p>
          <a:pPr algn="just"/>
          <a:endParaRPr lang="en-US" b="1"/>
        </a:p>
      </dgm:t>
    </dgm:pt>
    <dgm:pt modelId="{9EA4583C-FA7D-435D-BF61-108EB24D3D6A}" type="sibTrans" cxnId="{A511B96B-97A3-48E3-B920-F0D6F41E2BBD}">
      <dgm:prSet/>
      <dgm:spPr/>
      <dgm:t>
        <a:bodyPr/>
        <a:lstStyle/>
        <a:p>
          <a:pPr algn="just"/>
          <a:endParaRPr lang="en-US" b="1"/>
        </a:p>
      </dgm:t>
    </dgm:pt>
    <dgm:pt modelId="{B90645B0-B4E9-4ABF-BD49-8AE33724DAAF}">
      <dgm:prSet/>
      <dgm:spPr/>
      <dgm:t>
        <a:bodyPr/>
        <a:lstStyle/>
        <a:p>
          <a:pPr algn="just">
            <a:buSzPts val="1000"/>
            <a:buFont typeface="Symbol" panose="05050102010706020507" pitchFamily="18" charset="2"/>
            <a:buChar char=""/>
          </a:pPr>
          <a:r>
            <a:rPr lang="it-IT" b="1"/>
            <a:t>Melakukan penilaian risiko keamanan secara menyeluruh.</a:t>
          </a:r>
          <a:endParaRPr lang="en-US" b="1"/>
        </a:p>
      </dgm:t>
    </dgm:pt>
    <dgm:pt modelId="{771AE378-535D-4284-9266-B11E0393FA5F}" type="parTrans" cxnId="{93A8AA1C-72D2-48B3-A1B5-484A2842485D}">
      <dgm:prSet/>
      <dgm:spPr/>
      <dgm:t>
        <a:bodyPr/>
        <a:lstStyle/>
        <a:p>
          <a:pPr algn="just"/>
          <a:endParaRPr lang="en-US" b="1"/>
        </a:p>
      </dgm:t>
    </dgm:pt>
    <dgm:pt modelId="{3B05DF0C-851B-4D4C-AF38-1C009D5AB4D9}" type="sibTrans" cxnId="{93A8AA1C-72D2-48B3-A1B5-484A2842485D}">
      <dgm:prSet/>
      <dgm:spPr/>
      <dgm:t>
        <a:bodyPr/>
        <a:lstStyle/>
        <a:p>
          <a:pPr algn="just"/>
          <a:endParaRPr lang="en-US" b="1"/>
        </a:p>
      </dgm:t>
    </dgm:pt>
    <dgm:pt modelId="{AF28A0AB-9EBE-4434-85A1-A844E8CBF555}">
      <dgm:prSet/>
      <dgm:spPr/>
      <dgm:t>
        <a:bodyPr/>
        <a:lstStyle/>
        <a:p>
          <a:pPr algn="just">
            <a:buSzPts val="1000"/>
            <a:buFont typeface="Symbol" panose="05050102010706020507" pitchFamily="18" charset="2"/>
            <a:buChar char=""/>
          </a:pPr>
          <a:r>
            <a:rPr lang="en-US" b="1"/>
            <a:t>Mengimplementasikan kontrol keamanan seperti firewall, sistem deteksi intrusi, dan enkripsi data.</a:t>
          </a:r>
        </a:p>
      </dgm:t>
    </dgm:pt>
    <dgm:pt modelId="{6ACD05AA-8838-4C40-90BD-B72E12F7CB7A}" type="parTrans" cxnId="{6BE8E951-9152-46D6-AB82-0E1AB8021013}">
      <dgm:prSet/>
      <dgm:spPr/>
      <dgm:t>
        <a:bodyPr/>
        <a:lstStyle/>
        <a:p>
          <a:pPr algn="just"/>
          <a:endParaRPr lang="en-US" b="1"/>
        </a:p>
      </dgm:t>
    </dgm:pt>
    <dgm:pt modelId="{1711675E-09FB-476D-A059-F1EB122CF5D8}" type="sibTrans" cxnId="{6BE8E951-9152-46D6-AB82-0E1AB8021013}">
      <dgm:prSet/>
      <dgm:spPr/>
      <dgm:t>
        <a:bodyPr/>
        <a:lstStyle/>
        <a:p>
          <a:pPr algn="just"/>
          <a:endParaRPr lang="en-US" b="1"/>
        </a:p>
      </dgm:t>
    </dgm:pt>
    <dgm:pt modelId="{5C492D10-52B9-467E-A1DB-9948A8750D91}">
      <dgm:prSet/>
      <dgm:spPr/>
      <dgm:t>
        <a:bodyPr/>
        <a:lstStyle/>
        <a:p>
          <a:pPr algn="just">
            <a:buSzPts val="1000"/>
            <a:buFont typeface="Symbol" panose="05050102010706020507" pitchFamily="18" charset="2"/>
            <a:buChar char=""/>
          </a:pPr>
          <a:r>
            <a:rPr lang="en-US" b="1"/>
            <a:t>Melakukan pelatihan kesadaran keamanan bagi semua karyawan.</a:t>
          </a:r>
        </a:p>
      </dgm:t>
    </dgm:pt>
    <dgm:pt modelId="{E7222642-2933-4CDD-A00C-EBC00F888BA4}" type="parTrans" cxnId="{C34C02F3-73F0-412D-9404-8729BD5D3C40}">
      <dgm:prSet/>
      <dgm:spPr/>
      <dgm:t>
        <a:bodyPr/>
        <a:lstStyle/>
        <a:p>
          <a:pPr algn="just"/>
          <a:endParaRPr lang="en-US" b="1"/>
        </a:p>
      </dgm:t>
    </dgm:pt>
    <dgm:pt modelId="{865DEAF4-5DFD-4842-9DFC-8F13B5D5B87E}" type="sibTrans" cxnId="{C34C02F3-73F0-412D-9404-8729BD5D3C40}">
      <dgm:prSet/>
      <dgm:spPr/>
      <dgm:t>
        <a:bodyPr/>
        <a:lstStyle/>
        <a:p>
          <a:pPr algn="just"/>
          <a:endParaRPr lang="en-US" b="1"/>
        </a:p>
      </dgm:t>
    </dgm:pt>
    <dgm:pt modelId="{E54242D6-C749-4C42-9A9E-912B1AEF50FE}" type="pres">
      <dgm:prSet presAssocID="{2299D6D0-5C7E-41B0-861B-43D5EE693171}" presName="linear" presStyleCnt="0">
        <dgm:presLayoutVars>
          <dgm:dir/>
          <dgm:animLvl val="lvl"/>
          <dgm:resizeHandles val="exact"/>
        </dgm:presLayoutVars>
      </dgm:prSet>
      <dgm:spPr/>
    </dgm:pt>
    <dgm:pt modelId="{A98BBA69-F427-483C-A30F-58F4D9DD2E87}" type="pres">
      <dgm:prSet presAssocID="{0419F5AF-C411-4822-A335-2CE40B2E01D8}" presName="parentLin" presStyleCnt="0"/>
      <dgm:spPr/>
    </dgm:pt>
    <dgm:pt modelId="{E0ED5BDE-2950-4ED2-B19C-FD3DE979E394}" type="pres">
      <dgm:prSet presAssocID="{0419F5AF-C411-4822-A335-2CE40B2E01D8}" presName="parentLeftMargin" presStyleLbl="node1" presStyleIdx="0" presStyleCnt="1"/>
      <dgm:spPr/>
    </dgm:pt>
    <dgm:pt modelId="{6EEF9656-B498-48DB-AE30-3E09A2AD004B}" type="pres">
      <dgm:prSet presAssocID="{0419F5AF-C411-4822-A335-2CE40B2E01D8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1B7A3531-233E-4005-9E93-51A129B05448}" type="pres">
      <dgm:prSet presAssocID="{0419F5AF-C411-4822-A335-2CE40B2E01D8}" presName="negativeSpace" presStyleCnt="0"/>
      <dgm:spPr/>
    </dgm:pt>
    <dgm:pt modelId="{6049E85D-302B-4DDE-AC02-A438B4CCC767}" type="pres">
      <dgm:prSet presAssocID="{0419F5AF-C411-4822-A335-2CE40B2E01D8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3A3CEE0C-C5AC-4E7B-A7FD-603901C0B48C}" type="presOf" srcId="{2299D6D0-5C7E-41B0-861B-43D5EE693171}" destId="{E54242D6-C749-4C42-9A9E-912B1AEF50FE}" srcOrd="0" destOrd="0" presId="urn:microsoft.com/office/officeart/2005/8/layout/list1"/>
    <dgm:cxn modelId="{93A8AA1C-72D2-48B3-A1B5-484A2842485D}" srcId="{0419F5AF-C411-4822-A335-2CE40B2E01D8}" destId="{B90645B0-B4E9-4ABF-BD49-8AE33724DAAF}" srcOrd="0" destOrd="0" parTransId="{771AE378-535D-4284-9266-B11E0393FA5F}" sibTransId="{3B05DF0C-851B-4D4C-AF38-1C009D5AB4D9}"/>
    <dgm:cxn modelId="{AB5E402E-67B0-49E5-9208-F30613D42C78}" type="presOf" srcId="{B90645B0-B4E9-4ABF-BD49-8AE33724DAAF}" destId="{6049E85D-302B-4DDE-AC02-A438B4CCC767}" srcOrd="0" destOrd="0" presId="urn:microsoft.com/office/officeart/2005/8/layout/list1"/>
    <dgm:cxn modelId="{A511B96B-97A3-48E3-B920-F0D6F41E2BBD}" srcId="{2299D6D0-5C7E-41B0-861B-43D5EE693171}" destId="{0419F5AF-C411-4822-A335-2CE40B2E01D8}" srcOrd="0" destOrd="0" parTransId="{03C1B260-ACA9-4A80-BD74-5E04ED3D6ADC}" sibTransId="{9EA4583C-FA7D-435D-BF61-108EB24D3D6A}"/>
    <dgm:cxn modelId="{6BE8E951-9152-46D6-AB82-0E1AB8021013}" srcId="{0419F5AF-C411-4822-A335-2CE40B2E01D8}" destId="{AF28A0AB-9EBE-4434-85A1-A844E8CBF555}" srcOrd="1" destOrd="0" parTransId="{6ACD05AA-8838-4C40-90BD-B72E12F7CB7A}" sibTransId="{1711675E-09FB-476D-A059-F1EB122CF5D8}"/>
    <dgm:cxn modelId="{B147DD58-1D59-4EB7-BA6D-988BA4630DB1}" type="presOf" srcId="{AF28A0AB-9EBE-4434-85A1-A844E8CBF555}" destId="{6049E85D-302B-4DDE-AC02-A438B4CCC767}" srcOrd="0" destOrd="1" presId="urn:microsoft.com/office/officeart/2005/8/layout/list1"/>
    <dgm:cxn modelId="{273E3AD4-2E73-47AD-9272-82E93515333B}" type="presOf" srcId="{0419F5AF-C411-4822-A335-2CE40B2E01D8}" destId="{6EEF9656-B498-48DB-AE30-3E09A2AD004B}" srcOrd="1" destOrd="0" presId="urn:microsoft.com/office/officeart/2005/8/layout/list1"/>
    <dgm:cxn modelId="{933ADBF0-8406-4FAE-884B-96BB9FD11642}" type="presOf" srcId="{5C492D10-52B9-467E-A1DB-9948A8750D91}" destId="{6049E85D-302B-4DDE-AC02-A438B4CCC767}" srcOrd="0" destOrd="2" presId="urn:microsoft.com/office/officeart/2005/8/layout/list1"/>
    <dgm:cxn modelId="{C34C02F3-73F0-412D-9404-8729BD5D3C40}" srcId="{0419F5AF-C411-4822-A335-2CE40B2E01D8}" destId="{5C492D10-52B9-467E-A1DB-9948A8750D91}" srcOrd="2" destOrd="0" parTransId="{E7222642-2933-4CDD-A00C-EBC00F888BA4}" sibTransId="{865DEAF4-5DFD-4842-9DFC-8F13B5D5B87E}"/>
    <dgm:cxn modelId="{B13339FE-C5CD-4965-99E6-41E5F2953F61}" type="presOf" srcId="{0419F5AF-C411-4822-A335-2CE40B2E01D8}" destId="{E0ED5BDE-2950-4ED2-B19C-FD3DE979E394}" srcOrd="0" destOrd="0" presId="urn:microsoft.com/office/officeart/2005/8/layout/list1"/>
    <dgm:cxn modelId="{3F295A91-B861-4B7B-B6C6-000210207612}" type="presParOf" srcId="{E54242D6-C749-4C42-9A9E-912B1AEF50FE}" destId="{A98BBA69-F427-483C-A30F-58F4D9DD2E87}" srcOrd="0" destOrd="0" presId="urn:microsoft.com/office/officeart/2005/8/layout/list1"/>
    <dgm:cxn modelId="{4818315E-CF4D-432B-B643-A8D826BC4336}" type="presParOf" srcId="{A98BBA69-F427-483C-A30F-58F4D9DD2E87}" destId="{E0ED5BDE-2950-4ED2-B19C-FD3DE979E394}" srcOrd="0" destOrd="0" presId="urn:microsoft.com/office/officeart/2005/8/layout/list1"/>
    <dgm:cxn modelId="{D93750C2-0EA6-4135-BF7E-C76AEA4FC123}" type="presParOf" srcId="{A98BBA69-F427-483C-A30F-58F4D9DD2E87}" destId="{6EEF9656-B498-48DB-AE30-3E09A2AD004B}" srcOrd="1" destOrd="0" presId="urn:microsoft.com/office/officeart/2005/8/layout/list1"/>
    <dgm:cxn modelId="{4AD0CD82-064A-46CC-96C0-06B2A8A47587}" type="presParOf" srcId="{E54242D6-C749-4C42-9A9E-912B1AEF50FE}" destId="{1B7A3531-233E-4005-9E93-51A129B05448}" srcOrd="1" destOrd="0" presId="urn:microsoft.com/office/officeart/2005/8/layout/list1"/>
    <dgm:cxn modelId="{A8F37F8A-E8FA-45E2-BE0F-96AEC8BD59DC}" type="presParOf" srcId="{E54242D6-C749-4C42-9A9E-912B1AEF50FE}" destId="{6049E85D-302B-4DDE-AC02-A438B4CCC767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2299D6D0-5C7E-41B0-861B-43D5EE693171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0419F5AF-C411-4822-A335-2CE40B2E01D8}">
      <dgm:prSet/>
      <dgm:spPr/>
      <dgm:t>
        <a:bodyPr/>
        <a:lstStyle/>
        <a:p>
          <a:pPr algn="just"/>
          <a:r>
            <a:rPr lang="en-US" b="1"/>
            <a:t>Hasil:</a:t>
          </a:r>
          <a:endParaRPr lang="en-US" b="1" dirty="0"/>
        </a:p>
      </dgm:t>
    </dgm:pt>
    <dgm:pt modelId="{03C1B260-ACA9-4A80-BD74-5E04ED3D6ADC}" type="parTrans" cxnId="{A511B96B-97A3-48E3-B920-F0D6F41E2BBD}">
      <dgm:prSet/>
      <dgm:spPr/>
      <dgm:t>
        <a:bodyPr/>
        <a:lstStyle/>
        <a:p>
          <a:pPr algn="just"/>
          <a:endParaRPr lang="en-US" b="1"/>
        </a:p>
      </dgm:t>
    </dgm:pt>
    <dgm:pt modelId="{9EA4583C-FA7D-435D-BF61-108EB24D3D6A}" type="sibTrans" cxnId="{A511B96B-97A3-48E3-B920-F0D6F41E2BBD}">
      <dgm:prSet/>
      <dgm:spPr/>
      <dgm:t>
        <a:bodyPr/>
        <a:lstStyle/>
        <a:p>
          <a:pPr algn="just"/>
          <a:endParaRPr lang="en-US" b="1"/>
        </a:p>
      </dgm:t>
    </dgm:pt>
    <dgm:pt modelId="{60FBB2E3-CD89-457E-9B70-009B4A94911E}">
      <dgm:prSet/>
      <dgm:spPr/>
      <dgm:t>
        <a:bodyPr/>
        <a:lstStyle/>
        <a:p>
          <a:pPr algn="just">
            <a:buSzPts val="1000"/>
            <a:buFont typeface="Symbol" panose="05050102010706020507" pitchFamily="18" charset="2"/>
            <a:buChar char=""/>
          </a:pPr>
          <a:r>
            <a:rPr lang="en-US" b="1"/>
            <a:t>Penurunan jumlah insiden keamanan dan pelanggaran data.</a:t>
          </a:r>
        </a:p>
      </dgm:t>
    </dgm:pt>
    <dgm:pt modelId="{3F5DC119-0C79-42F6-9079-357EEABDEAEF}" type="parTrans" cxnId="{FAB71FDC-AEDB-40C1-BDA6-471EEEABF52A}">
      <dgm:prSet/>
      <dgm:spPr/>
      <dgm:t>
        <a:bodyPr/>
        <a:lstStyle/>
        <a:p>
          <a:pPr algn="just"/>
          <a:endParaRPr lang="en-US" b="1"/>
        </a:p>
      </dgm:t>
    </dgm:pt>
    <dgm:pt modelId="{F230DE21-685A-4726-84E3-87D7AB658EBA}" type="sibTrans" cxnId="{FAB71FDC-AEDB-40C1-BDA6-471EEEABF52A}">
      <dgm:prSet/>
      <dgm:spPr/>
      <dgm:t>
        <a:bodyPr/>
        <a:lstStyle/>
        <a:p>
          <a:pPr algn="just"/>
          <a:endParaRPr lang="en-US" b="1"/>
        </a:p>
      </dgm:t>
    </dgm:pt>
    <dgm:pt modelId="{65BE35CE-CDCF-4162-AAD6-2C7B15CE15E3}">
      <dgm:prSet/>
      <dgm:spPr/>
      <dgm:t>
        <a:bodyPr/>
        <a:lstStyle/>
        <a:p>
          <a:pPr algn="just">
            <a:buSzPts val="1000"/>
            <a:buFont typeface="Symbol" panose="05050102010706020507" pitchFamily="18" charset="2"/>
            <a:buChar char=""/>
          </a:pPr>
          <a:r>
            <a:rPr lang="en-US" b="1"/>
            <a:t>Peningkatan kesadaran dan kepatuhan karyawan terhadap kebijakan keamanan.</a:t>
          </a:r>
        </a:p>
      </dgm:t>
    </dgm:pt>
    <dgm:pt modelId="{CFEA771F-9D6F-4D11-B57D-85C55981A6E5}" type="parTrans" cxnId="{34BCF573-979D-4E1E-A4D6-1F17E3A74384}">
      <dgm:prSet/>
      <dgm:spPr/>
      <dgm:t>
        <a:bodyPr/>
        <a:lstStyle/>
        <a:p>
          <a:pPr algn="just"/>
          <a:endParaRPr lang="en-US" b="1"/>
        </a:p>
      </dgm:t>
    </dgm:pt>
    <dgm:pt modelId="{04795F7E-CAA3-44A2-BF5D-76BC7F869831}" type="sibTrans" cxnId="{34BCF573-979D-4E1E-A4D6-1F17E3A74384}">
      <dgm:prSet/>
      <dgm:spPr/>
      <dgm:t>
        <a:bodyPr/>
        <a:lstStyle/>
        <a:p>
          <a:pPr algn="just"/>
          <a:endParaRPr lang="en-US" b="1"/>
        </a:p>
      </dgm:t>
    </dgm:pt>
    <dgm:pt modelId="{E54242D6-C749-4C42-9A9E-912B1AEF50FE}" type="pres">
      <dgm:prSet presAssocID="{2299D6D0-5C7E-41B0-861B-43D5EE693171}" presName="linear" presStyleCnt="0">
        <dgm:presLayoutVars>
          <dgm:dir/>
          <dgm:animLvl val="lvl"/>
          <dgm:resizeHandles val="exact"/>
        </dgm:presLayoutVars>
      </dgm:prSet>
      <dgm:spPr/>
    </dgm:pt>
    <dgm:pt modelId="{A98BBA69-F427-483C-A30F-58F4D9DD2E87}" type="pres">
      <dgm:prSet presAssocID="{0419F5AF-C411-4822-A335-2CE40B2E01D8}" presName="parentLin" presStyleCnt="0"/>
      <dgm:spPr/>
    </dgm:pt>
    <dgm:pt modelId="{E0ED5BDE-2950-4ED2-B19C-FD3DE979E394}" type="pres">
      <dgm:prSet presAssocID="{0419F5AF-C411-4822-A335-2CE40B2E01D8}" presName="parentLeftMargin" presStyleLbl="node1" presStyleIdx="0" presStyleCnt="1"/>
      <dgm:spPr/>
    </dgm:pt>
    <dgm:pt modelId="{6EEF9656-B498-48DB-AE30-3E09A2AD004B}" type="pres">
      <dgm:prSet presAssocID="{0419F5AF-C411-4822-A335-2CE40B2E01D8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1B7A3531-233E-4005-9E93-51A129B05448}" type="pres">
      <dgm:prSet presAssocID="{0419F5AF-C411-4822-A335-2CE40B2E01D8}" presName="negativeSpace" presStyleCnt="0"/>
      <dgm:spPr/>
    </dgm:pt>
    <dgm:pt modelId="{6049E85D-302B-4DDE-AC02-A438B4CCC767}" type="pres">
      <dgm:prSet presAssocID="{0419F5AF-C411-4822-A335-2CE40B2E01D8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3A3CEE0C-C5AC-4E7B-A7FD-603901C0B48C}" type="presOf" srcId="{2299D6D0-5C7E-41B0-861B-43D5EE693171}" destId="{E54242D6-C749-4C42-9A9E-912B1AEF50FE}" srcOrd="0" destOrd="0" presId="urn:microsoft.com/office/officeart/2005/8/layout/list1"/>
    <dgm:cxn modelId="{1994CF0E-7464-4463-9886-C4F3AD1D9D49}" type="presOf" srcId="{65BE35CE-CDCF-4162-AAD6-2C7B15CE15E3}" destId="{6049E85D-302B-4DDE-AC02-A438B4CCC767}" srcOrd="0" destOrd="1" presId="urn:microsoft.com/office/officeart/2005/8/layout/list1"/>
    <dgm:cxn modelId="{A511B96B-97A3-48E3-B920-F0D6F41E2BBD}" srcId="{2299D6D0-5C7E-41B0-861B-43D5EE693171}" destId="{0419F5AF-C411-4822-A335-2CE40B2E01D8}" srcOrd="0" destOrd="0" parTransId="{03C1B260-ACA9-4A80-BD74-5E04ED3D6ADC}" sibTransId="{9EA4583C-FA7D-435D-BF61-108EB24D3D6A}"/>
    <dgm:cxn modelId="{34BCF573-979D-4E1E-A4D6-1F17E3A74384}" srcId="{0419F5AF-C411-4822-A335-2CE40B2E01D8}" destId="{65BE35CE-CDCF-4162-AAD6-2C7B15CE15E3}" srcOrd="1" destOrd="0" parTransId="{CFEA771F-9D6F-4D11-B57D-85C55981A6E5}" sibTransId="{04795F7E-CAA3-44A2-BF5D-76BC7F869831}"/>
    <dgm:cxn modelId="{C5B8C3BC-999C-4621-A75E-BE6DE88D620E}" type="presOf" srcId="{60FBB2E3-CD89-457E-9B70-009B4A94911E}" destId="{6049E85D-302B-4DDE-AC02-A438B4CCC767}" srcOrd="0" destOrd="0" presId="urn:microsoft.com/office/officeart/2005/8/layout/list1"/>
    <dgm:cxn modelId="{273E3AD4-2E73-47AD-9272-82E93515333B}" type="presOf" srcId="{0419F5AF-C411-4822-A335-2CE40B2E01D8}" destId="{6EEF9656-B498-48DB-AE30-3E09A2AD004B}" srcOrd="1" destOrd="0" presId="urn:microsoft.com/office/officeart/2005/8/layout/list1"/>
    <dgm:cxn modelId="{FAB71FDC-AEDB-40C1-BDA6-471EEEABF52A}" srcId="{0419F5AF-C411-4822-A335-2CE40B2E01D8}" destId="{60FBB2E3-CD89-457E-9B70-009B4A94911E}" srcOrd="0" destOrd="0" parTransId="{3F5DC119-0C79-42F6-9079-357EEABDEAEF}" sibTransId="{F230DE21-685A-4726-84E3-87D7AB658EBA}"/>
    <dgm:cxn modelId="{B13339FE-C5CD-4965-99E6-41E5F2953F61}" type="presOf" srcId="{0419F5AF-C411-4822-A335-2CE40B2E01D8}" destId="{E0ED5BDE-2950-4ED2-B19C-FD3DE979E394}" srcOrd="0" destOrd="0" presId="urn:microsoft.com/office/officeart/2005/8/layout/list1"/>
    <dgm:cxn modelId="{3F295A91-B861-4B7B-B6C6-000210207612}" type="presParOf" srcId="{E54242D6-C749-4C42-9A9E-912B1AEF50FE}" destId="{A98BBA69-F427-483C-A30F-58F4D9DD2E87}" srcOrd="0" destOrd="0" presId="urn:microsoft.com/office/officeart/2005/8/layout/list1"/>
    <dgm:cxn modelId="{4818315E-CF4D-432B-B643-A8D826BC4336}" type="presParOf" srcId="{A98BBA69-F427-483C-A30F-58F4D9DD2E87}" destId="{E0ED5BDE-2950-4ED2-B19C-FD3DE979E394}" srcOrd="0" destOrd="0" presId="urn:microsoft.com/office/officeart/2005/8/layout/list1"/>
    <dgm:cxn modelId="{D93750C2-0EA6-4135-BF7E-C76AEA4FC123}" type="presParOf" srcId="{A98BBA69-F427-483C-A30F-58F4D9DD2E87}" destId="{6EEF9656-B498-48DB-AE30-3E09A2AD004B}" srcOrd="1" destOrd="0" presId="urn:microsoft.com/office/officeart/2005/8/layout/list1"/>
    <dgm:cxn modelId="{4AD0CD82-064A-46CC-96C0-06B2A8A47587}" type="presParOf" srcId="{E54242D6-C749-4C42-9A9E-912B1AEF50FE}" destId="{1B7A3531-233E-4005-9E93-51A129B05448}" srcOrd="1" destOrd="0" presId="urn:microsoft.com/office/officeart/2005/8/layout/list1"/>
    <dgm:cxn modelId="{A8F37F8A-E8FA-45E2-BE0F-96AEC8BD59DC}" type="presParOf" srcId="{E54242D6-C749-4C42-9A9E-912B1AEF50FE}" destId="{6049E85D-302B-4DDE-AC02-A438B4CCC767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2299D6D0-5C7E-41B0-861B-43D5EE693171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3977118C-F02D-4BA2-8FD3-D4CA441617DB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US" b="1" dirty="0" err="1"/>
            <a:t>Mengembangkan</a:t>
          </a:r>
          <a:r>
            <a:rPr lang="en-US" b="1" dirty="0"/>
            <a:t> Kebijakan dan </a:t>
          </a:r>
          <a:r>
            <a:rPr lang="en-US" b="1" dirty="0" err="1"/>
            <a:t>Prosedur</a:t>
          </a:r>
          <a:r>
            <a:rPr lang="en-US" b="1" dirty="0"/>
            <a:t> yang </a:t>
          </a:r>
          <a:r>
            <a:rPr lang="en-US" b="1" dirty="0" err="1"/>
            <a:t>Kuat</a:t>
          </a:r>
          <a:r>
            <a:rPr lang="en-US" b="1" dirty="0"/>
            <a:t>:</a:t>
          </a:r>
        </a:p>
      </dgm:t>
    </dgm:pt>
    <dgm:pt modelId="{114DF900-047E-4C5D-8FE5-CACCDBF8ECE1}" type="parTrans" cxnId="{9F1D5C19-0A3B-4CFD-AF95-BB369B40A568}">
      <dgm:prSet/>
      <dgm:spPr/>
      <dgm:t>
        <a:bodyPr/>
        <a:lstStyle/>
        <a:p>
          <a:endParaRPr lang="en-US" b="1"/>
        </a:p>
      </dgm:t>
    </dgm:pt>
    <dgm:pt modelId="{18A8612D-ED13-4E75-8CCA-5F2A7A2FE3D6}" type="sibTrans" cxnId="{9F1D5C19-0A3B-4CFD-AF95-BB369B40A568}">
      <dgm:prSet/>
      <dgm:spPr/>
      <dgm:t>
        <a:bodyPr/>
        <a:lstStyle/>
        <a:p>
          <a:endParaRPr lang="en-US" b="1"/>
        </a:p>
      </dgm:t>
    </dgm:pt>
    <dgm:pt modelId="{6E1EB394-C697-420C-A556-A10BF0B7C9EA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US" b="1" dirty="0" err="1"/>
            <a:t>Menyediakan</a:t>
          </a:r>
          <a:r>
            <a:rPr lang="en-US" b="1" dirty="0"/>
            <a:t> </a:t>
          </a:r>
          <a:r>
            <a:rPr lang="en-US" b="1" dirty="0" err="1"/>
            <a:t>Pelatihan</a:t>
          </a:r>
          <a:r>
            <a:rPr lang="en-US" b="1" dirty="0"/>
            <a:t> dan </a:t>
          </a:r>
          <a:r>
            <a:rPr lang="en-US" b="1" dirty="0" err="1"/>
            <a:t>Sumber</a:t>
          </a:r>
          <a:r>
            <a:rPr lang="en-US" b="1" dirty="0"/>
            <a:t> Daya:</a:t>
          </a:r>
        </a:p>
      </dgm:t>
    </dgm:pt>
    <dgm:pt modelId="{948FD45B-B2FB-4BB0-9524-D25D0E89C3F9}" type="parTrans" cxnId="{C4340110-10CD-4927-ABD4-9B66A2434D27}">
      <dgm:prSet/>
      <dgm:spPr/>
      <dgm:t>
        <a:bodyPr/>
        <a:lstStyle/>
        <a:p>
          <a:endParaRPr lang="en-US" b="1"/>
        </a:p>
      </dgm:t>
    </dgm:pt>
    <dgm:pt modelId="{8E65ACB4-7A0D-40BF-A933-3A588E71D0F4}" type="sibTrans" cxnId="{C4340110-10CD-4927-ABD4-9B66A2434D27}">
      <dgm:prSet/>
      <dgm:spPr/>
      <dgm:t>
        <a:bodyPr/>
        <a:lstStyle/>
        <a:p>
          <a:endParaRPr lang="en-US" b="1"/>
        </a:p>
      </dgm:t>
    </dgm:pt>
    <dgm:pt modelId="{9090B342-2E6E-417D-8A14-A42F2194FD95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US" b="1" dirty="0" err="1"/>
            <a:t>Menggunakan</a:t>
          </a:r>
          <a:r>
            <a:rPr lang="en-US" b="1" dirty="0"/>
            <a:t> </a:t>
          </a:r>
          <a:r>
            <a:rPr lang="en-US" b="1" dirty="0" err="1"/>
            <a:t>Teknologi</a:t>
          </a:r>
          <a:r>
            <a:rPr lang="en-US" b="1" dirty="0"/>
            <a:t> dan Alat yang </a:t>
          </a:r>
          <a:r>
            <a:rPr lang="en-US" b="1" dirty="0" err="1"/>
            <a:t>Tepat</a:t>
          </a:r>
          <a:r>
            <a:rPr lang="en-US" b="1" dirty="0"/>
            <a:t>:</a:t>
          </a:r>
        </a:p>
      </dgm:t>
    </dgm:pt>
    <dgm:pt modelId="{35B5B1D5-F9C8-4144-BF46-A9154A442767}" type="parTrans" cxnId="{AC10BC79-D8AD-4281-9074-939753D8684D}">
      <dgm:prSet/>
      <dgm:spPr/>
      <dgm:t>
        <a:bodyPr/>
        <a:lstStyle/>
        <a:p>
          <a:endParaRPr lang="en-US" b="1"/>
        </a:p>
      </dgm:t>
    </dgm:pt>
    <dgm:pt modelId="{DB265356-5E76-4148-A51F-66D88903B0EA}" type="sibTrans" cxnId="{AC10BC79-D8AD-4281-9074-939753D8684D}">
      <dgm:prSet/>
      <dgm:spPr/>
      <dgm:t>
        <a:bodyPr/>
        <a:lstStyle/>
        <a:p>
          <a:endParaRPr lang="en-US" b="1"/>
        </a:p>
      </dgm:t>
    </dgm:pt>
    <dgm:pt modelId="{46B7880A-4064-4CC2-B064-A3FE641D6A4B}">
      <dgm:prSet/>
      <dgm:spPr/>
      <dgm:t>
        <a:bodyPr/>
        <a:lstStyle/>
        <a:p>
          <a:pPr>
            <a:buFont typeface="+mj-lt"/>
            <a:buNone/>
          </a:pPr>
          <a:r>
            <a:rPr lang="en-US" b="1" dirty="0" err="1"/>
            <a:t>Menetapkan</a:t>
          </a:r>
          <a:r>
            <a:rPr lang="en-US" b="1" dirty="0"/>
            <a:t> </a:t>
          </a:r>
          <a:r>
            <a:rPr lang="en-US" b="1" dirty="0" err="1"/>
            <a:t>kebijakan</a:t>
          </a:r>
          <a:r>
            <a:rPr lang="en-US" b="1" dirty="0"/>
            <a:t> dan </a:t>
          </a:r>
          <a:r>
            <a:rPr lang="en-US" b="1" dirty="0" err="1"/>
            <a:t>prosedur</a:t>
          </a:r>
          <a:r>
            <a:rPr lang="en-US" b="1" dirty="0"/>
            <a:t> yang </a:t>
          </a:r>
          <a:r>
            <a:rPr lang="en-US" b="1" dirty="0" err="1"/>
            <a:t>mendukung</a:t>
          </a:r>
          <a:r>
            <a:rPr lang="en-US" b="1" dirty="0"/>
            <a:t> </a:t>
          </a:r>
          <a:r>
            <a:rPr lang="en-US" b="1" dirty="0" err="1"/>
            <a:t>setiap</a:t>
          </a:r>
          <a:r>
            <a:rPr lang="en-US" b="1" dirty="0"/>
            <a:t> proses DSS.</a:t>
          </a:r>
        </a:p>
      </dgm:t>
    </dgm:pt>
    <dgm:pt modelId="{6889A8C7-9F03-4082-BEB0-879A15F984D3}" type="parTrans" cxnId="{AD641042-10B5-4935-B084-F53032A0A9D5}">
      <dgm:prSet/>
      <dgm:spPr/>
      <dgm:t>
        <a:bodyPr/>
        <a:lstStyle/>
        <a:p>
          <a:endParaRPr lang="en-US" b="1"/>
        </a:p>
      </dgm:t>
    </dgm:pt>
    <dgm:pt modelId="{C4812656-7150-40BC-A231-D33C623E616F}" type="sibTrans" cxnId="{AD641042-10B5-4935-B084-F53032A0A9D5}">
      <dgm:prSet/>
      <dgm:spPr/>
      <dgm:t>
        <a:bodyPr/>
        <a:lstStyle/>
        <a:p>
          <a:endParaRPr lang="en-US" b="1"/>
        </a:p>
      </dgm:t>
    </dgm:pt>
    <dgm:pt modelId="{CAD81E21-8981-4745-8A99-73D63EAD0A64}">
      <dgm:prSet/>
      <dgm:spPr/>
      <dgm:t>
        <a:bodyPr/>
        <a:lstStyle/>
        <a:p>
          <a:pPr>
            <a:buFont typeface="+mj-lt"/>
            <a:buNone/>
          </a:pPr>
          <a:r>
            <a:rPr lang="en-US" b="1" dirty="0" err="1"/>
            <a:t>Melatih</a:t>
          </a:r>
          <a:r>
            <a:rPr lang="en-US" b="1" dirty="0"/>
            <a:t> </a:t>
          </a:r>
          <a:r>
            <a:rPr lang="en-US" b="1" dirty="0" err="1"/>
            <a:t>staf</a:t>
          </a:r>
          <a:r>
            <a:rPr lang="en-US" b="1" dirty="0"/>
            <a:t> dan </a:t>
          </a:r>
          <a:r>
            <a:rPr lang="en-US" b="1" dirty="0" err="1"/>
            <a:t>menyediakan</a:t>
          </a:r>
          <a:r>
            <a:rPr lang="en-US" b="1" dirty="0"/>
            <a:t> </a:t>
          </a:r>
          <a:r>
            <a:rPr lang="en-US" b="1" dirty="0" err="1"/>
            <a:t>sumber</a:t>
          </a:r>
          <a:r>
            <a:rPr lang="en-US" b="1" dirty="0"/>
            <a:t> </a:t>
          </a:r>
          <a:r>
            <a:rPr lang="en-US" b="1" dirty="0" err="1"/>
            <a:t>daya</a:t>
          </a:r>
          <a:r>
            <a:rPr lang="en-US" b="1" dirty="0"/>
            <a:t> yang </a:t>
          </a:r>
          <a:r>
            <a:rPr lang="en-US" b="1" dirty="0" err="1"/>
            <a:t>diperlukan</a:t>
          </a:r>
          <a:r>
            <a:rPr lang="en-US" b="1" dirty="0"/>
            <a:t> </a:t>
          </a:r>
          <a:r>
            <a:rPr lang="en-US" b="1" dirty="0" err="1"/>
            <a:t>untuk</a:t>
          </a:r>
          <a:r>
            <a:rPr lang="en-US" b="1" dirty="0"/>
            <a:t> </a:t>
          </a:r>
          <a:r>
            <a:rPr lang="en-US" b="1" dirty="0" err="1"/>
            <a:t>melaksanakan</a:t>
          </a:r>
          <a:r>
            <a:rPr lang="en-US" b="1" dirty="0"/>
            <a:t> proses DSS </a:t>
          </a:r>
          <a:r>
            <a:rPr lang="en-US" b="1" dirty="0" err="1"/>
            <a:t>dengan</a:t>
          </a:r>
          <a:r>
            <a:rPr lang="en-US" b="1" dirty="0"/>
            <a:t> </a:t>
          </a:r>
          <a:r>
            <a:rPr lang="en-US" b="1" dirty="0" err="1"/>
            <a:t>efektif</a:t>
          </a:r>
          <a:r>
            <a:rPr lang="en-US" b="1" dirty="0"/>
            <a:t>.</a:t>
          </a:r>
        </a:p>
      </dgm:t>
    </dgm:pt>
    <dgm:pt modelId="{E4792688-009A-4B96-8E30-7F27DE2E590F}" type="parTrans" cxnId="{5D6CC645-C0A7-4C0C-B70D-9C13EE75C671}">
      <dgm:prSet/>
      <dgm:spPr/>
      <dgm:t>
        <a:bodyPr/>
        <a:lstStyle/>
        <a:p>
          <a:endParaRPr lang="en-US" b="1"/>
        </a:p>
      </dgm:t>
    </dgm:pt>
    <dgm:pt modelId="{F7DC03FA-2AD0-4599-9CE3-C5BEB815C2DD}" type="sibTrans" cxnId="{5D6CC645-C0A7-4C0C-B70D-9C13EE75C671}">
      <dgm:prSet/>
      <dgm:spPr/>
      <dgm:t>
        <a:bodyPr/>
        <a:lstStyle/>
        <a:p>
          <a:endParaRPr lang="en-US" b="1"/>
        </a:p>
      </dgm:t>
    </dgm:pt>
    <dgm:pt modelId="{6B857043-4D01-4D7D-B74A-68449E35198A}">
      <dgm:prSet/>
      <dgm:spPr/>
      <dgm:t>
        <a:bodyPr/>
        <a:lstStyle/>
        <a:p>
          <a:pPr>
            <a:buFont typeface="+mj-lt"/>
            <a:buNone/>
          </a:pPr>
          <a:r>
            <a:rPr lang="en-US" b="1" dirty="0" err="1"/>
            <a:t>Memanfaatkan</a:t>
          </a:r>
          <a:r>
            <a:rPr lang="en-US" b="1" dirty="0"/>
            <a:t> </a:t>
          </a:r>
          <a:r>
            <a:rPr lang="en-US" b="1" dirty="0" err="1"/>
            <a:t>alat</a:t>
          </a:r>
          <a:r>
            <a:rPr lang="en-US" b="1" dirty="0"/>
            <a:t> dan </a:t>
          </a:r>
          <a:r>
            <a:rPr lang="en-US" b="1" dirty="0" err="1"/>
            <a:t>teknologi</a:t>
          </a:r>
          <a:r>
            <a:rPr lang="en-US" b="1" dirty="0"/>
            <a:t> yang </a:t>
          </a:r>
          <a:r>
            <a:rPr lang="en-US" b="1" dirty="0" err="1"/>
            <a:t>mendukung</a:t>
          </a:r>
          <a:r>
            <a:rPr lang="en-US" b="1" dirty="0"/>
            <a:t> </a:t>
          </a:r>
          <a:r>
            <a:rPr lang="en-US" b="1" dirty="0" err="1"/>
            <a:t>pengelolaan</a:t>
          </a:r>
          <a:r>
            <a:rPr lang="en-US" b="1" dirty="0"/>
            <a:t> </a:t>
          </a:r>
          <a:r>
            <a:rPr lang="en-US" b="1" dirty="0" err="1"/>
            <a:t>layanan</a:t>
          </a:r>
          <a:r>
            <a:rPr lang="en-US" b="1" dirty="0"/>
            <a:t> dan </a:t>
          </a:r>
          <a:r>
            <a:rPr lang="en-US" b="1" dirty="0" err="1"/>
            <a:t>dukungan</a:t>
          </a:r>
          <a:r>
            <a:rPr lang="en-US" b="1" dirty="0"/>
            <a:t> </a:t>
          </a:r>
          <a:r>
            <a:rPr lang="en-US" b="1" dirty="0" err="1"/>
            <a:t>operasional</a:t>
          </a:r>
          <a:r>
            <a:rPr lang="en-US" b="1" dirty="0"/>
            <a:t>.</a:t>
          </a:r>
        </a:p>
      </dgm:t>
    </dgm:pt>
    <dgm:pt modelId="{E20A37E8-AE5C-43EB-992C-9C4884B7C1DE}" type="parTrans" cxnId="{0F313E45-C3F8-43AA-A43A-AB35A3E509DC}">
      <dgm:prSet/>
      <dgm:spPr/>
      <dgm:t>
        <a:bodyPr/>
        <a:lstStyle/>
        <a:p>
          <a:endParaRPr lang="en-US" b="1"/>
        </a:p>
      </dgm:t>
    </dgm:pt>
    <dgm:pt modelId="{352641F5-54A7-4136-A90C-EAFF520BDFB5}" type="sibTrans" cxnId="{0F313E45-C3F8-43AA-A43A-AB35A3E509DC}">
      <dgm:prSet/>
      <dgm:spPr/>
      <dgm:t>
        <a:bodyPr/>
        <a:lstStyle/>
        <a:p>
          <a:endParaRPr lang="en-US" b="1"/>
        </a:p>
      </dgm:t>
    </dgm:pt>
    <dgm:pt modelId="{E54242D6-C749-4C42-9A9E-912B1AEF50FE}" type="pres">
      <dgm:prSet presAssocID="{2299D6D0-5C7E-41B0-861B-43D5EE693171}" presName="linear" presStyleCnt="0">
        <dgm:presLayoutVars>
          <dgm:dir/>
          <dgm:animLvl val="lvl"/>
          <dgm:resizeHandles val="exact"/>
        </dgm:presLayoutVars>
      </dgm:prSet>
      <dgm:spPr/>
    </dgm:pt>
    <dgm:pt modelId="{BEB7582A-DCBE-4FC9-B0C4-7BC8271FD024}" type="pres">
      <dgm:prSet presAssocID="{3977118C-F02D-4BA2-8FD3-D4CA441617DB}" presName="parentLin" presStyleCnt="0"/>
      <dgm:spPr/>
    </dgm:pt>
    <dgm:pt modelId="{E61EC796-ED72-41F2-B5D5-03024579A53F}" type="pres">
      <dgm:prSet presAssocID="{3977118C-F02D-4BA2-8FD3-D4CA441617DB}" presName="parentLeftMargin" presStyleLbl="node1" presStyleIdx="0" presStyleCnt="3"/>
      <dgm:spPr/>
    </dgm:pt>
    <dgm:pt modelId="{47307F9D-2380-4C1D-81CA-B932E571A55E}" type="pres">
      <dgm:prSet presAssocID="{3977118C-F02D-4BA2-8FD3-D4CA441617DB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B3A67E1-5465-4084-8DCF-EFF2F9C3E98D}" type="pres">
      <dgm:prSet presAssocID="{3977118C-F02D-4BA2-8FD3-D4CA441617DB}" presName="negativeSpace" presStyleCnt="0"/>
      <dgm:spPr/>
    </dgm:pt>
    <dgm:pt modelId="{CC7ED16F-D060-4BF5-907E-38DA4A9F7F2D}" type="pres">
      <dgm:prSet presAssocID="{3977118C-F02D-4BA2-8FD3-D4CA441617DB}" presName="childText" presStyleLbl="conFgAcc1" presStyleIdx="0" presStyleCnt="3">
        <dgm:presLayoutVars>
          <dgm:bulletEnabled val="1"/>
        </dgm:presLayoutVars>
      </dgm:prSet>
      <dgm:spPr/>
    </dgm:pt>
    <dgm:pt modelId="{CB7061A3-E259-4816-98ED-3DDE27C0CCD5}" type="pres">
      <dgm:prSet presAssocID="{18A8612D-ED13-4E75-8CCA-5F2A7A2FE3D6}" presName="spaceBetweenRectangles" presStyleCnt="0"/>
      <dgm:spPr/>
    </dgm:pt>
    <dgm:pt modelId="{AC8342CE-433B-4024-BEDF-C0E2EDC51E8E}" type="pres">
      <dgm:prSet presAssocID="{6E1EB394-C697-420C-A556-A10BF0B7C9EA}" presName="parentLin" presStyleCnt="0"/>
      <dgm:spPr/>
    </dgm:pt>
    <dgm:pt modelId="{BAEAC54D-75FE-458E-82C9-BD38DBACAB20}" type="pres">
      <dgm:prSet presAssocID="{6E1EB394-C697-420C-A556-A10BF0B7C9EA}" presName="parentLeftMargin" presStyleLbl="node1" presStyleIdx="0" presStyleCnt="3"/>
      <dgm:spPr/>
    </dgm:pt>
    <dgm:pt modelId="{DE49CCC6-4AF4-4FFC-B36E-4B5ABDF28BAD}" type="pres">
      <dgm:prSet presAssocID="{6E1EB394-C697-420C-A556-A10BF0B7C9EA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A455FE86-F8CE-436C-B83A-D744F7538A91}" type="pres">
      <dgm:prSet presAssocID="{6E1EB394-C697-420C-A556-A10BF0B7C9EA}" presName="negativeSpace" presStyleCnt="0"/>
      <dgm:spPr/>
    </dgm:pt>
    <dgm:pt modelId="{8BFBEF7A-4C3F-431F-A05F-FD6D542FBE11}" type="pres">
      <dgm:prSet presAssocID="{6E1EB394-C697-420C-A556-A10BF0B7C9EA}" presName="childText" presStyleLbl="conFgAcc1" presStyleIdx="1" presStyleCnt="3">
        <dgm:presLayoutVars>
          <dgm:bulletEnabled val="1"/>
        </dgm:presLayoutVars>
      </dgm:prSet>
      <dgm:spPr/>
    </dgm:pt>
    <dgm:pt modelId="{576552EF-4E33-4D28-A37F-5E0E5B744977}" type="pres">
      <dgm:prSet presAssocID="{8E65ACB4-7A0D-40BF-A933-3A588E71D0F4}" presName="spaceBetweenRectangles" presStyleCnt="0"/>
      <dgm:spPr/>
    </dgm:pt>
    <dgm:pt modelId="{8D01BF98-B47B-4281-9671-B992FE1BB1B4}" type="pres">
      <dgm:prSet presAssocID="{9090B342-2E6E-417D-8A14-A42F2194FD95}" presName="parentLin" presStyleCnt="0"/>
      <dgm:spPr/>
    </dgm:pt>
    <dgm:pt modelId="{41408F29-94F0-4606-A45D-67AA01E23D13}" type="pres">
      <dgm:prSet presAssocID="{9090B342-2E6E-417D-8A14-A42F2194FD95}" presName="parentLeftMargin" presStyleLbl="node1" presStyleIdx="1" presStyleCnt="3"/>
      <dgm:spPr/>
    </dgm:pt>
    <dgm:pt modelId="{B4F65DF7-6E32-414C-9D38-BCAEAC0E0169}" type="pres">
      <dgm:prSet presAssocID="{9090B342-2E6E-417D-8A14-A42F2194FD95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2E5A6313-E25D-445C-AABF-A0A476E8E18F}" type="pres">
      <dgm:prSet presAssocID="{9090B342-2E6E-417D-8A14-A42F2194FD95}" presName="negativeSpace" presStyleCnt="0"/>
      <dgm:spPr/>
    </dgm:pt>
    <dgm:pt modelId="{E726B346-9CF9-4291-8175-2C66A01BF3A5}" type="pres">
      <dgm:prSet presAssocID="{9090B342-2E6E-417D-8A14-A42F2194FD95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3A3CEE0C-C5AC-4E7B-A7FD-603901C0B48C}" type="presOf" srcId="{2299D6D0-5C7E-41B0-861B-43D5EE693171}" destId="{E54242D6-C749-4C42-9A9E-912B1AEF50FE}" srcOrd="0" destOrd="0" presId="urn:microsoft.com/office/officeart/2005/8/layout/list1"/>
    <dgm:cxn modelId="{C4340110-10CD-4927-ABD4-9B66A2434D27}" srcId="{2299D6D0-5C7E-41B0-861B-43D5EE693171}" destId="{6E1EB394-C697-420C-A556-A10BF0B7C9EA}" srcOrd="1" destOrd="0" parTransId="{948FD45B-B2FB-4BB0-9524-D25D0E89C3F9}" sibTransId="{8E65ACB4-7A0D-40BF-A933-3A588E71D0F4}"/>
    <dgm:cxn modelId="{9F1D5C19-0A3B-4CFD-AF95-BB369B40A568}" srcId="{2299D6D0-5C7E-41B0-861B-43D5EE693171}" destId="{3977118C-F02D-4BA2-8FD3-D4CA441617DB}" srcOrd="0" destOrd="0" parTransId="{114DF900-047E-4C5D-8FE5-CACCDBF8ECE1}" sibTransId="{18A8612D-ED13-4E75-8CCA-5F2A7A2FE3D6}"/>
    <dgm:cxn modelId="{644ADE2A-AE65-4C28-BD99-C4D237350823}" type="presOf" srcId="{6E1EB394-C697-420C-A556-A10BF0B7C9EA}" destId="{DE49CCC6-4AF4-4FFC-B36E-4B5ABDF28BAD}" srcOrd="1" destOrd="0" presId="urn:microsoft.com/office/officeart/2005/8/layout/list1"/>
    <dgm:cxn modelId="{21177E2B-62EA-4D1E-8568-33E12A42A7D7}" type="presOf" srcId="{6E1EB394-C697-420C-A556-A10BF0B7C9EA}" destId="{BAEAC54D-75FE-458E-82C9-BD38DBACAB20}" srcOrd="0" destOrd="0" presId="urn:microsoft.com/office/officeart/2005/8/layout/list1"/>
    <dgm:cxn modelId="{AD641042-10B5-4935-B084-F53032A0A9D5}" srcId="{3977118C-F02D-4BA2-8FD3-D4CA441617DB}" destId="{46B7880A-4064-4CC2-B064-A3FE641D6A4B}" srcOrd="0" destOrd="0" parTransId="{6889A8C7-9F03-4082-BEB0-879A15F984D3}" sibTransId="{C4812656-7150-40BC-A231-D33C623E616F}"/>
    <dgm:cxn modelId="{0F313E45-C3F8-43AA-A43A-AB35A3E509DC}" srcId="{9090B342-2E6E-417D-8A14-A42F2194FD95}" destId="{6B857043-4D01-4D7D-B74A-68449E35198A}" srcOrd="0" destOrd="0" parTransId="{E20A37E8-AE5C-43EB-992C-9C4884B7C1DE}" sibTransId="{352641F5-54A7-4136-A90C-EAFF520BDFB5}"/>
    <dgm:cxn modelId="{5D6CC645-C0A7-4C0C-B70D-9C13EE75C671}" srcId="{6E1EB394-C697-420C-A556-A10BF0B7C9EA}" destId="{CAD81E21-8981-4745-8A99-73D63EAD0A64}" srcOrd="0" destOrd="0" parTransId="{E4792688-009A-4B96-8E30-7F27DE2E590F}" sibTransId="{F7DC03FA-2AD0-4599-9CE3-C5BEB815C2DD}"/>
    <dgm:cxn modelId="{5ADD8850-E82B-4856-817B-E159CA5F9814}" type="presOf" srcId="{46B7880A-4064-4CC2-B064-A3FE641D6A4B}" destId="{CC7ED16F-D060-4BF5-907E-38DA4A9F7F2D}" srcOrd="0" destOrd="0" presId="urn:microsoft.com/office/officeart/2005/8/layout/list1"/>
    <dgm:cxn modelId="{AC10BC79-D8AD-4281-9074-939753D8684D}" srcId="{2299D6D0-5C7E-41B0-861B-43D5EE693171}" destId="{9090B342-2E6E-417D-8A14-A42F2194FD95}" srcOrd="2" destOrd="0" parTransId="{35B5B1D5-F9C8-4144-BF46-A9154A442767}" sibTransId="{DB265356-5E76-4148-A51F-66D88903B0EA}"/>
    <dgm:cxn modelId="{3AD7D389-1724-4AA3-A790-C1269F888E1B}" type="presOf" srcId="{6B857043-4D01-4D7D-B74A-68449E35198A}" destId="{E726B346-9CF9-4291-8175-2C66A01BF3A5}" srcOrd="0" destOrd="0" presId="urn:microsoft.com/office/officeart/2005/8/layout/list1"/>
    <dgm:cxn modelId="{EED2DC95-A6BE-4F11-BE99-EED9CEB9D26B}" type="presOf" srcId="{9090B342-2E6E-417D-8A14-A42F2194FD95}" destId="{B4F65DF7-6E32-414C-9D38-BCAEAC0E0169}" srcOrd="1" destOrd="0" presId="urn:microsoft.com/office/officeart/2005/8/layout/list1"/>
    <dgm:cxn modelId="{AC2A5DB6-B84F-4EEE-8D18-55CD429D7CC9}" type="presOf" srcId="{3977118C-F02D-4BA2-8FD3-D4CA441617DB}" destId="{47307F9D-2380-4C1D-81CA-B932E571A55E}" srcOrd="1" destOrd="0" presId="urn:microsoft.com/office/officeart/2005/8/layout/list1"/>
    <dgm:cxn modelId="{6EF41FC0-3AF1-4187-991B-FE3CC6B49EFB}" type="presOf" srcId="{9090B342-2E6E-417D-8A14-A42F2194FD95}" destId="{41408F29-94F0-4606-A45D-67AA01E23D13}" srcOrd="0" destOrd="0" presId="urn:microsoft.com/office/officeart/2005/8/layout/list1"/>
    <dgm:cxn modelId="{1FD139DD-4E68-4E90-B7E2-5EA753ED6279}" type="presOf" srcId="{CAD81E21-8981-4745-8A99-73D63EAD0A64}" destId="{8BFBEF7A-4C3F-431F-A05F-FD6D542FBE11}" srcOrd="0" destOrd="0" presId="urn:microsoft.com/office/officeart/2005/8/layout/list1"/>
    <dgm:cxn modelId="{4B9CE8E5-4C90-4C42-A7CB-2B2FAF2818DB}" type="presOf" srcId="{3977118C-F02D-4BA2-8FD3-D4CA441617DB}" destId="{E61EC796-ED72-41F2-B5D5-03024579A53F}" srcOrd="0" destOrd="0" presId="urn:microsoft.com/office/officeart/2005/8/layout/list1"/>
    <dgm:cxn modelId="{2CDDF6F2-6F4C-4A22-8F12-259612081837}" type="presParOf" srcId="{E54242D6-C749-4C42-9A9E-912B1AEF50FE}" destId="{BEB7582A-DCBE-4FC9-B0C4-7BC8271FD024}" srcOrd="0" destOrd="0" presId="urn:microsoft.com/office/officeart/2005/8/layout/list1"/>
    <dgm:cxn modelId="{B448E879-E8FD-4328-AA0A-FA1807B8BD76}" type="presParOf" srcId="{BEB7582A-DCBE-4FC9-B0C4-7BC8271FD024}" destId="{E61EC796-ED72-41F2-B5D5-03024579A53F}" srcOrd="0" destOrd="0" presId="urn:microsoft.com/office/officeart/2005/8/layout/list1"/>
    <dgm:cxn modelId="{D61401DC-73F3-4599-B2B4-A02333B57750}" type="presParOf" srcId="{BEB7582A-DCBE-4FC9-B0C4-7BC8271FD024}" destId="{47307F9D-2380-4C1D-81CA-B932E571A55E}" srcOrd="1" destOrd="0" presId="urn:microsoft.com/office/officeart/2005/8/layout/list1"/>
    <dgm:cxn modelId="{4B1D5E08-83F2-4A1B-95E6-90A790E3A5AB}" type="presParOf" srcId="{E54242D6-C749-4C42-9A9E-912B1AEF50FE}" destId="{CB3A67E1-5465-4084-8DCF-EFF2F9C3E98D}" srcOrd="1" destOrd="0" presId="urn:microsoft.com/office/officeart/2005/8/layout/list1"/>
    <dgm:cxn modelId="{D0F35926-82BD-43DF-803D-7E02EE3E8D48}" type="presParOf" srcId="{E54242D6-C749-4C42-9A9E-912B1AEF50FE}" destId="{CC7ED16F-D060-4BF5-907E-38DA4A9F7F2D}" srcOrd="2" destOrd="0" presId="urn:microsoft.com/office/officeart/2005/8/layout/list1"/>
    <dgm:cxn modelId="{A8CEC493-A3F9-4384-90BD-8AE97FDF96F4}" type="presParOf" srcId="{E54242D6-C749-4C42-9A9E-912B1AEF50FE}" destId="{CB7061A3-E259-4816-98ED-3DDE27C0CCD5}" srcOrd="3" destOrd="0" presId="urn:microsoft.com/office/officeart/2005/8/layout/list1"/>
    <dgm:cxn modelId="{14D6400B-F171-4099-810F-A6F001FAD3D6}" type="presParOf" srcId="{E54242D6-C749-4C42-9A9E-912B1AEF50FE}" destId="{AC8342CE-433B-4024-BEDF-C0E2EDC51E8E}" srcOrd="4" destOrd="0" presId="urn:microsoft.com/office/officeart/2005/8/layout/list1"/>
    <dgm:cxn modelId="{02B652F8-0011-4B51-97F8-6BB32205AA8B}" type="presParOf" srcId="{AC8342CE-433B-4024-BEDF-C0E2EDC51E8E}" destId="{BAEAC54D-75FE-458E-82C9-BD38DBACAB20}" srcOrd="0" destOrd="0" presId="urn:microsoft.com/office/officeart/2005/8/layout/list1"/>
    <dgm:cxn modelId="{9C71C2EA-036C-4DE2-B841-1D647EF5301B}" type="presParOf" srcId="{AC8342CE-433B-4024-BEDF-C0E2EDC51E8E}" destId="{DE49CCC6-4AF4-4FFC-B36E-4B5ABDF28BAD}" srcOrd="1" destOrd="0" presId="urn:microsoft.com/office/officeart/2005/8/layout/list1"/>
    <dgm:cxn modelId="{59BE8741-78A4-4EDF-A5EE-2029B0550ED6}" type="presParOf" srcId="{E54242D6-C749-4C42-9A9E-912B1AEF50FE}" destId="{A455FE86-F8CE-436C-B83A-D744F7538A91}" srcOrd="5" destOrd="0" presId="urn:microsoft.com/office/officeart/2005/8/layout/list1"/>
    <dgm:cxn modelId="{C8F463EF-5143-40DA-A106-4838C14856C2}" type="presParOf" srcId="{E54242D6-C749-4C42-9A9E-912B1AEF50FE}" destId="{8BFBEF7A-4C3F-431F-A05F-FD6D542FBE11}" srcOrd="6" destOrd="0" presId="urn:microsoft.com/office/officeart/2005/8/layout/list1"/>
    <dgm:cxn modelId="{58DF2172-5FF3-42E8-B496-E336EBD72063}" type="presParOf" srcId="{E54242D6-C749-4C42-9A9E-912B1AEF50FE}" destId="{576552EF-4E33-4D28-A37F-5E0E5B744977}" srcOrd="7" destOrd="0" presId="urn:microsoft.com/office/officeart/2005/8/layout/list1"/>
    <dgm:cxn modelId="{90D09CEF-0FDB-4FC0-A2F2-B812A5444379}" type="presParOf" srcId="{E54242D6-C749-4C42-9A9E-912B1AEF50FE}" destId="{8D01BF98-B47B-4281-9671-B992FE1BB1B4}" srcOrd="8" destOrd="0" presId="urn:microsoft.com/office/officeart/2005/8/layout/list1"/>
    <dgm:cxn modelId="{25AB434B-E9CE-4A7B-AD96-358DED97CC46}" type="presParOf" srcId="{8D01BF98-B47B-4281-9671-B992FE1BB1B4}" destId="{41408F29-94F0-4606-A45D-67AA01E23D13}" srcOrd="0" destOrd="0" presId="urn:microsoft.com/office/officeart/2005/8/layout/list1"/>
    <dgm:cxn modelId="{EBBF57AA-E371-4F92-9CB6-17680AFD63AE}" type="presParOf" srcId="{8D01BF98-B47B-4281-9671-B992FE1BB1B4}" destId="{B4F65DF7-6E32-414C-9D38-BCAEAC0E0169}" srcOrd="1" destOrd="0" presId="urn:microsoft.com/office/officeart/2005/8/layout/list1"/>
    <dgm:cxn modelId="{898522C8-84F6-49A2-ABFD-C6082FE2E37A}" type="presParOf" srcId="{E54242D6-C749-4C42-9A9E-912B1AEF50FE}" destId="{2E5A6313-E25D-445C-AABF-A0A476E8E18F}" srcOrd="9" destOrd="0" presId="urn:microsoft.com/office/officeart/2005/8/layout/list1"/>
    <dgm:cxn modelId="{7E3FA912-9575-4AAE-B1C0-BB4A38847D1E}" type="presParOf" srcId="{E54242D6-C749-4C42-9A9E-912B1AEF50FE}" destId="{E726B346-9CF9-4291-8175-2C66A01BF3A5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2299D6D0-5C7E-41B0-861B-43D5EE693171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388AD14-9ADC-4A7A-9452-367F9E162530}">
      <dgm:prSet/>
      <dgm:spPr/>
      <dgm:t>
        <a:bodyPr/>
        <a:lstStyle/>
        <a:p>
          <a:pPr algn="just">
            <a:buFont typeface="+mj-lt"/>
            <a:buAutoNum type="arabicPeriod"/>
          </a:pPr>
          <a:r>
            <a:rPr lang="en-US" b="1" dirty="0" err="1"/>
            <a:t>Memantau</a:t>
          </a:r>
          <a:r>
            <a:rPr lang="en-US" b="1" dirty="0"/>
            <a:t> dan </a:t>
          </a:r>
          <a:r>
            <a:rPr lang="en-US" b="1" dirty="0" err="1"/>
            <a:t>Mengevaluasi</a:t>
          </a:r>
          <a:r>
            <a:rPr lang="en-US" b="1" dirty="0"/>
            <a:t> Kinerja:</a:t>
          </a:r>
        </a:p>
      </dgm:t>
    </dgm:pt>
    <dgm:pt modelId="{3DF4321B-A650-4FF4-AEBC-F7EFE16071DC}" type="parTrans" cxnId="{F7E55D3E-24A1-4FA5-B889-B7808E693FD4}">
      <dgm:prSet/>
      <dgm:spPr/>
      <dgm:t>
        <a:bodyPr/>
        <a:lstStyle/>
        <a:p>
          <a:pPr algn="just"/>
          <a:endParaRPr lang="en-US" b="1"/>
        </a:p>
      </dgm:t>
    </dgm:pt>
    <dgm:pt modelId="{D59510BB-043F-4F76-9D2E-4D75995901C6}" type="sibTrans" cxnId="{F7E55D3E-24A1-4FA5-B889-B7808E693FD4}">
      <dgm:prSet/>
      <dgm:spPr/>
      <dgm:t>
        <a:bodyPr/>
        <a:lstStyle/>
        <a:p>
          <a:pPr algn="just"/>
          <a:endParaRPr lang="en-US" b="1"/>
        </a:p>
      </dgm:t>
    </dgm:pt>
    <dgm:pt modelId="{5E86D1CD-2DD9-446A-BF61-82BD6979619A}">
      <dgm:prSet/>
      <dgm:spPr/>
      <dgm:t>
        <a:bodyPr/>
        <a:lstStyle/>
        <a:p>
          <a:pPr algn="just">
            <a:buFont typeface="+mj-lt"/>
            <a:buAutoNum type="arabicPeriod"/>
          </a:pPr>
          <a:r>
            <a:rPr lang="en-US" b="1" dirty="0" err="1"/>
            <a:t>Melakukan</a:t>
          </a:r>
          <a:r>
            <a:rPr lang="en-US" b="1" dirty="0"/>
            <a:t> </a:t>
          </a:r>
          <a:r>
            <a:rPr lang="en-US" b="1" dirty="0" err="1"/>
            <a:t>Peninjauan</a:t>
          </a:r>
          <a:r>
            <a:rPr lang="en-US" b="1" dirty="0"/>
            <a:t> dan </a:t>
          </a:r>
          <a:r>
            <a:rPr lang="en-US" b="1" dirty="0" err="1"/>
            <a:t>Peningkatan</a:t>
          </a:r>
          <a:r>
            <a:rPr lang="en-US" b="1" dirty="0"/>
            <a:t> </a:t>
          </a:r>
          <a:r>
            <a:rPr lang="en-US" b="1" dirty="0" err="1"/>
            <a:t>Berkelanjutan</a:t>
          </a:r>
          <a:r>
            <a:rPr lang="en-US" b="1" dirty="0"/>
            <a:t>:</a:t>
          </a:r>
        </a:p>
      </dgm:t>
    </dgm:pt>
    <dgm:pt modelId="{15432E10-A9F8-41E7-B542-0BA99CFB0D29}" type="parTrans" cxnId="{69DF3B10-62CF-4063-8A49-493995A80500}">
      <dgm:prSet/>
      <dgm:spPr/>
      <dgm:t>
        <a:bodyPr/>
        <a:lstStyle/>
        <a:p>
          <a:pPr algn="just"/>
          <a:endParaRPr lang="en-US" b="1"/>
        </a:p>
      </dgm:t>
    </dgm:pt>
    <dgm:pt modelId="{7AAA425C-F766-4640-83C7-D568D55EA16C}" type="sibTrans" cxnId="{69DF3B10-62CF-4063-8A49-493995A80500}">
      <dgm:prSet/>
      <dgm:spPr/>
      <dgm:t>
        <a:bodyPr/>
        <a:lstStyle/>
        <a:p>
          <a:pPr algn="just"/>
          <a:endParaRPr lang="en-US" b="1"/>
        </a:p>
      </dgm:t>
    </dgm:pt>
    <dgm:pt modelId="{A8254A4F-5FA3-4FA9-90FC-90673A0A94F9}">
      <dgm:prSet/>
      <dgm:spPr/>
      <dgm:t>
        <a:bodyPr/>
        <a:lstStyle/>
        <a:p>
          <a:pPr algn="just">
            <a:buFont typeface="+mj-lt"/>
            <a:buNone/>
          </a:pPr>
          <a:r>
            <a:rPr lang="en-US" b="1" dirty="0" err="1"/>
            <a:t>Menggunakan</a:t>
          </a:r>
          <a:r>
            <a:rPr lang="en-US" b="1" dirty="0"/>
            <a:t> </a:t>
          </a:r>
          <a:r>
            <a:rPr lang="en-US" b="1" dirty="0" err="1"/>
            <a:t>metrik</a:t>
          </a:r>
          <a:r>
            <a:rPr lang="en-US" b="1" dirty="0"/>
            <a:t> </a:t>
          </a:r>
          <a:r>
            <a:rPr lang="en-US" b="1" dirty="0" err="1"/>
            <a:t>kinerja</a:t>
          </a:r>
          <a:r>
            <a:rPr lang="en-US" b="1" dirty="0"/>
            <a:t> </a:t>
          </a:r>
          <a:r>
            <a:rPr lang="en-US" b="1" dirty="0" err="1"/>
            <a:t>untuk</a:t>
          </a:r>
          <a:r>
            <a:rPr lang="en-US" b="1" dirty="0"/>
            <a:t> </a:t>
          </a:r>
          <a:r>
            <a:rPr lang="en-US" b="1" dirty="0" err="1"/>
            <a:t>mengevaluasi</a:t>
          </a:r>
          <a:r>
            <a:rPr lang="en-US" b="1" dirty="0"/>
            <a:t> </a:t>
          </a:r>
          <a:r>
            <a:rPr lang="en-US" b="1" dirty="0" err="1"/>
            <a:t>keberhasilan</a:t>
          </a:r>
          <a:r>
            <a:rPr lang="en-US" b="1" dirty="0"/>
            <a:t> proses DSS dan </a:t>
          </a:r>
          <a:r>
            <a:rPr lang="en-US" b="1" dirty="0" err="1"/>
            <a:t>melakukan</a:t>
          </a:r>
          <a:r>
            <a:rPr lang="en-US" b="1" dirty="0"/>
            <a:t> </a:t>
          </a:r>
          <a:r>
            <a:rPr lang="en-US" b="1" dirty="0" err="1"/>
            <a:t>perbaikan</a:t>
          </a:r>
          <a:r>
            <a:rPr lang="en-US" b="1" dirty="0"/>
            <a:t> </a:t>
          </a:r>
          <a:r>
            <a:rPr lang="en-US" b="1" dirty="0" err="1"/>
            <a:t>berkelanjutan</a:t>
          </a:r>
          <a:r>
            <a:rPr lang="en-US" b="1" dirty="0"/>
            <a:t>.</a:t>
          </a:r>
        </a:p>
      </dgm:t>
    </dgm:pt>
    <dgm:pt modelId="{8369DD3A-4489-4C52-8AF2-DEBF9165D0D1}" type="parTrans" cxnId="{4A999F66-8DEA-44D5-9503-EB59F28B3B77}">
      <dgm:prSet/>
      <dgm:spPr/>
      <dgm:t>
        <a:bodyPr/>
        <a:lstStyle/>
        <a:p>
          <a:pPr algn="just"/>
          <a:endParaRPr lang="en-US" b="1"/>
        </a:p>
      </dgm:t>
    </dgm:pt>
    <dgm:pt modelId="{CBA25392-1859-46E6-8BA7-A7E4A872ACC2}" type="sibTrans" cxnId="{4A999F66-8DEA-44D5-9503-EB59F28B3B77}">
      <dgm:prSet/>
      <dgm:spPr/>
      <dgm:t>
        <a:bodyPr/>
        <a:lstStyle/>
        <a:p>
          <a:pPr algn="just"/>
          <a:endParaRPr lang="en-US" b="1"/>
        </a:p>
      </dgm:t>
    </dgm:pt>
    <dgm:pt modelId="{D8F70D4B-CF08-4912-93FC-10388E4B5F94}">
      <dgm:prSet/>
      <dgm:spPr/>
      <dgm:t>
        <a:bodyPr/>
        <a:lstStyle/>
        <a:p>
          <a:pPr algn="just">
            <a:buFont typeface="+mj-lt"/>
            <a:buNone/>
          </a:pPr>
          <a:r>
            <a:rPr lang="en-US" b="1" dirty="0" err="1"/>
            <a:t>Meninjau</a:t>
          </a:r>
          <a:r>
            <a:rPr lang="en-US" b="1" dirty="0"/>
            <a:t> proses </a:t>
          </a:r>
          <a:r>
            <a:rPr lang="en-US" b="1" dirty="0" err="1"/>
            <a:t>secara</a:t>
          </a:r>
          <a:r>
            <a:rPr lang="en-US" b="1" dirty="0"/>
            <a:t> </a:t>
          </a:r>
          <a:r>
            <a:rPr lang="en-US" b="1" dirty="0" err="1"/>
            <a:t>berkala</a:t>
          </a:r>
          <a:r>
            <a:rPr lang="en-US" b="1" dirty="0"/>
            <a:t> dan </a:t>
          </a:r>
          <a:r>
            <a:rPr lang="en-US" b="1" dirty="0" err="1"/>
            <a:t>melakukan</a:t>
          </a:r>
          <a:r>
            <a:rPr lang="en-US" b="1" dirty="0"/>
            <a:t> </a:t>
          </a:r>
          <a:r>
            <a:rPr lang="en-US" b="1" dirty="0" err="1"/>
            <a:t>perbaikan</a:t>
          </a:r>
          <a:r>
            <a:rPr lang="en-US" b="1" dirty="0"/>
            <a:t> </a:t>
          </a:r>
          <a:r>
            <a:rPr lang="en-US" b="1" dirty="0" err="1"/>
            <a:t>berdasarkan</a:t>
          </a:r>
          <a:r>
            <a:rPr lang="en-US" b="1" dirty="0"/>
            <a:t> </a:t>
          </a:r>
          <a:r>
            <a:rPr lang="en-US" b="1" dirty="0" err="1"/>
            <a:t>umpan</a:t>
          </a:r>
          <a:r>
            <a:rPr lang="en-US" b="1" dirty="0"/>
            <a:t> </a:t>
          </a:r>
          <a:r>
            <a:rPr lang="en-US" b="1" dirty="0" err="1"/>
            <a:t>balik</a:t>
          </a:r>
          <a:r>
            <a:rPr lang="en-US" b="1" dirty="0"/>
            <a:t> dan </a:t>
          </a:r>
          <a:r>
            <a:rPr lang="en-US" b="1" dirty="0" err="1"/>
            <a:t>hasil</a:t>
          </a:r>
          <a:r>
            <a:rPr lang="en-US" b="1" dirty="0"/>
            <a:t> </a:t>
          </a:r>
          <a:r>
            <a:rPr lang="en-US" b="1" dirty="0" err="1"/>
            <a:t>evaluasi</a:t>
          </a:r>
          <a:r>
            <a:rPr lang="en-US" b="1" dirty="0"/>
            <a:t>.</a:t>
          </a:r>
        </a:p>
      </dgm:t>
    </dgm:pt>
    <dgm:pt modelId="{6AB1900B-CAA9-4432-8F50-E4A74335AC83}" type="parTrans" cxnId="{05A236CA-72E3-4C7A-B0AC-87C9F01D6E8E}">
      <dgm:prSet/>
      <dgm:spPr/>
      <dgm:t>
        <a:bodyPr/>
        <a:lstStyle/>
        <a:p>
          <a:pPr algn="just"/>
          <a:endParaRPr lang="en-US" b="1"/>
        </a:p>
      </dgm:t>
    </dgm:pt>
    <dgm:pt modelId="{3D5D5DEC-5412-4104-9DE9-0E9AC42572B8}" type="sibTrans" cxnId="{05A236CA-72E3-4C7A-B0AC-87C9F01D6E8E}">
      <dgm:prSet/>
      <dgm:spPr/>
      <dgm:t>
        <a:bodyPr/>
        <a:lstStyle/>
        <a:p>
          <a:pPr algn="just"/>
          <a:endParaRPr lang="en-US" b="1"/>
        </a:p>
      </dgm:t>
    </dgm:pt>
    <dgm:pt modelId="{E54242D6-C749-4C42-9A9E-912B1AEF50FE}" type="pres">
      <dgm:prSet presAssocID="{2299D6D0-5C7E-41B0-861B-43D5EE693171}" presName="linear" presStyleCnt="0">
        <dgm:presLayoutVars>
          <dgm:dir/>
          <dgm:animLvl val="lvl"/>
          <dgm:resizeHandles val="exact"/>
        </dgm:presLayoutVars>
      </dgm:prSet>
      <dgm:spPr/>
    </dgm:pt>
    <dgm:pt modelId="{0BEDD0C5-BE2E-4D08-9B4F-9137016396B9}" type="pres">
      <dgm:prSet presAssocID="{9388AD14-9ADC-4A7A-9452-367F9E162530}" presName="parentLin" presStyleCnt="0"/>
      <dgm:spPr/>
    </dgm:pt>
    <dgm:pt modelId="{C80A25F1-5E85-4BFE-96F1-42D71B58EB6F}" type="pres">
      <dgm:prSet presAssocID="{9388AD14-9ADC-4A7A-9452-367F9E162530}" presName="parentLeftMargin" presStyleLbl="node1" presStyleIdx="0" presStyleCnt="2"/>
      <dgm:spPr/>
    </dgm:pt>
    <dgm:pt modelId="{1AAB13B1-7818-4830-9DDF-E22D8BCDCBC1}" type="pres">
      <dgm:prSet presAssocID="{9388AD14-9ADC-4A7A-9452-367F9E162530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973CEAB2-1164-4975-9C30-5ECF8E8BF2B2}" type="pres">
      <dgm:prSet presAssocID="{9388AD14-9ADC-4A7A-9452-367F9E162530}" presName="negativeSpace" presStyleCnt="0"/>
      <dgm:spPr/>
    </dgm:pt>
    <dgm:pt modelId="{D25445B1-688F-4498-96B3-CADC07539E5E}" type="pres">
      <dgm:prSet presAssocID="{9388AD14-9ADC-4A7A-9452-367F9E162530}" presName="childText" presStyleLbl="conFgAcc1" presStyleIdx="0" presStyleCnt="2">
        <dgm:presLayoutVars>
          <dgm:bulletEnabled val="1"/>
        </dgm:presLayoutVars>
      </dgm:prSet>
      <dgm:spPr/>
    </dgm:pt>
    <dgm:pt modelId="{BF167A31-4A9B-46A2-A453-FF18A000A05C}" type="pres">
      <dgm:prSet presAssocID="{D59510BB-043F-4F76-9D2E-4D75995901C6}" presName="spaceBetweenRectangles" presStyleCnt="0"/>
      <dgm:spPr/>
    </dgm:pt>
    <dgm:pt modelId="{F9D5A8C2-E079-42FD-856C-977B73829019}" type="pres">
      <dgm:prSet presAssocID="{5E86D1CD-2DD9-446A-BF61-82BD6979619A}" presName="parentLin" presStyleCnt="0"/>
      <dgm:spPr/>
    </dgm:pt>
    <dgm:pt modelId="{09E5563C-593D-4C50-AC67-F52E68F847DD}" type="pres">
      <dgm:prSet presAssocID="{5E86D1CD-2DD9-446A-BF61-82BD6979619A}" presName="parentLeftMargin" presStyleLbl="node1" presStyleIdx="0" presStyleCnt="2"/>
      <dgm:spPr/>
    </dgm:pt>
    <dgm:pt modelId="{9CB593C8-F7E8-420C-8788-DC542967F11F}" type="pres">
      <dgm:prSet presAssocID="{5E86D1CD-2DD9-446A-BF61-82BD6979619A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BFCBC648-E595-427B-83E8-DC17C017F0C7}" type="pres">
      <dgm:prSet presAssocID="{5E86D1CD-2DD9-446A-BF61-82BD6979619A}" presName="negativeSpace" presStyleCnt="0"/>
      <dgm:spPr/>
    </dgm:pt>
    <dgm:pt modelId="{B70C2C17-ECC6-41EA-B10C-245F993E6B2E}" type="pres">
      <dgm:prSet presAssocID="{5E86D1CD-2DD9-446A-BF61-82BD6979619A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5087A703-004D-4390-A645-094C962C42A8}" type="presOf" srcId="{5E86D1CD-2DD9-446A-BF61-82BD6979619A}" destId="{09E5563C-593D-4C50-AC67-F52E68F847DD}" srcOrd="0" destOrd="0" presId="urn:microsoft.com/office/officeart/2005/8/layout/list1"/>
    <dgm:cxn modelId="{3A3CEE0C-C5AC-4E7B-A7FD-603901C0B48C}" type="presOf" srcId="{2299D6D0-5C7E-41B0-861B-43D5EE693171}" destId="{E54242D6-C749-4C42-9A9E-912B1AEF50FE}" srcOrd="0" destOrd="0" presId="urn:microsoft.com/office/officeart/2005/8/layout/list1"/>
    <dgm:cxn modelId="{69DF3B10-62CF-4063-8A49-493995A80500}" srcId="{2299D6D0-5C7E-41B0-861B-43D5EE693171}" destId="{5E86D1CD-2DD9-446A-BF61-82BD6979619A}" srcOrd="1" destOrd="0" parTransId="{15432E10-A9F8-41E7-B542-0BA99CFB0D29}" sibTransId="{7AAA425C-F766-4640-83C7-D568D55EA16C}"/>
    <dgm:cxn modelId="{9ECD093C-EAC1-4057-BBCD-7C72F37453A3}" type="presOf" srcId="{A8254A4F-5FA3-4FA9-90FC-90673A0A94F9}" destId="{D25445B1-688F-4498-96B3-CADC07539E5E}" srcOrd="0" destOrd="0" presId="urn:microsoft.com/office/officeart/2005/8/layout/list1"/>
    <dgm:cxn modelId="{F7E55D3E-24A1-4FA5-B889-B7808E693FD4}" srcId="{2299D6D0-5C7E-41B0-861B-43D5EE693171}" destId="{9388AD14-9ADC-4A7A-9452-367F9E162530}" srcOrd="0" destOrd="0" parTransId="{3DF4321B-A650-4FF4-AEBC-F7EFE16071DC}" sibTransId="{D59510BB-043F-4F76-9D2E-4D75995901C6}"/>
    <dgm:cxn modelId="{4A999F66-8DEA-44D5-9503-EB59F28B3B77}" srcId="{9388AD14-9ADC-4A7A-9452-367F9E162530}" destId="{A8254A4F-5FA3-4FA9-90FC-90673A0A94F9}" srcOrd="0" destOrd="0" parTransId="{8369DD3A-4489-4C52-8AF2-DEBF9165D0D1}" sibTransId="{CBA25392-1859-46E6-8BA7-A7E4A872ACC2}"/>
    <dgm:cxn modelId="{3A577E7A-BB71-4B2E-9971-6422E22A3481}" type="presOf" srcId="{9388AD14-9ADC-4A7A-9452-367F9E162530}" destId="{C80A25F1-5E85-4BFE-96F1-42D71B58EB6F}" srcOrd="0" destOrd="0" presId="urn:microsoft.com/office/officeart/2005/8/layout/list1"/>
    <dgm:cxn modelId="{05A236CA-72E3-4C7A-B0AC-87C9F01D6E8E}" srcId="{5E86D1CD-2DD9-446A-BF61-82BD6979619A}" destId="{D8F70D4B-CF08-4912-93FC-10388E4B5F94}" srcOrd="0" destOrd="0" parTransId="{6AB1900B-CAA9-4432-8F50-E4A74335AC83}" sibTransId="{3D5D5DEC-5412-4104-9DE9-0E9AC42572B8}"/>
    <dgm:cxn modelId="{EC9FBDD9-A8F7-47AC-B288-342B889B351F}" type="presOf" srcId="{5E86D1CD-2DD9-446A-BF61-82BD6979619A}" destId="{9CB593C8-F7E8-420C-8788-DC542967F11F}" srcOrd="1" destOrd="0" presId="urn:microsoft.com/office/officeart/2005/8/layout/list1"/>
    <dgm:cxn modelId="{E49B96EB-0775-4174-AC72-C66F9E193867}" type="presOf" srcId="{9388AD14-9ADC-4A7A-9452-367F9E162530}" destId="{1AAB13B1-7818-4830-9DDF-E22D8BCDCBC1}" srcOrd="1" destOrd="0" presId="urn:microsoft.com/office/officeart/2005/8/layout/list1"/>
    <dgm:cxn modelId="{3CE4F6F6-FF95-4797-8130-40ECE74437EC}" type="presOf" srcId="{D8F70D4B-CF08-4912-93FC-10388E4B5F94}" destId="{B70C2C17-ECC6-41EA-B10C-245F993E6B2E}" srcOrd="0" destOrd="0" presId="urn:microsoft.com/office/officeart/2005/8/layout/list1"/>
    <dgm:cxn modelId="{5A9697AB-0AF8-49C5-A215-1BEC0B305D9A}" type="presParOf" srcId="{E54242D6-C749-4C42-9A9E-912B1AEF50FE}" destId="{0BEDD0C5-BE2E-4D08-9B4F-9137016396B9}" srcOrd="0" destOrd="0" presId="urn:microsoft.com/office/officeart/2005/8/layout/list1"/>
    <dgm:cxn modelId="{9402A760-59D9-4DD9-84E0-697C06F2F3D0}" type="presParOf" srcId="{0BEDD0C5-BE2E-4D08-9B4F-9137016396B9}" destId="{C80A25F1-5E85-4BFE-96F1-42D71B58EB6F}" srcOrd="0" destOrd="0" presId="urn:microsoft.com/office/officeart/2005/8/layout/list1"/>
    <dgm:cxn modelId="{8C233720-8FFE-46AD-AA74-2660F4C3185D}" type="presParOf" srcId="{0BEDD0C5-BE2E-4D08-9B4F-9137016396B9}" destId="{1AAB13B1-7818-4830-9DDF-E22D8BCDCBC1}" srcOrd="1" destOrd="0" presId="urn:microsoft.com/office/officeart/2005/8/layout/list1"/>
    <dgm:cxn modelId="{CD175067-FF1E-4703-9DA8-5D94E5D053A0}" type="presParOf" srcId="{E54242D6-C749-4C42-9A9E-912B1AEF50FE}" destId="{973CEAB2-1164-4975-9C30-5ECF8E8BF2B2}" srcOrd="1" destOrd="0" presId="urn:microsoft.com/office/officeart/2005/8/layout/list1"/>
    <dgm:cxn modelId="{CB1720A8-66E3-4447-A030-4B6036CA7950}" type="presParOf" srcId="{E54242D6-C749-4C42-9A9E-912B1AEF50FE}" destId="{D25445B1-688F-4498-96B3-CADC07539E5E}" srcOrd="2" destOrd="0" presId="urn:microsoft.com/office/officeart/2005/8/layout/list1"/>
    <dgm:cxn modelId="{3BD2E6B4-2CA0-4A72-971A-6D260BDFCE7F}" type="presParOf" srcId="{E54242D6-C749-4C42-9A9E-912B1AEF50FE}" destId="{BF167A31-4A9B-46A2-A453-FF18A000A05C}" srcOrd="3" destOrd="0" presId="urn:microsoft.com/office/officeart/2005/8/layout/list1"/>
    <dgm:cxn modelId="{19041EDB-8A62-4D67-B0E9-93AB5372FE3D}" type="presParOf" srcId="{E54242D6-C749-4C42-9A9E-912B1AEF50FE}" destId="{F9D5A8C2-E079-42FD-856C-977B73829019}" srcOrd="4" destOrd="0" presId="urn:microsoft.com/office/officeart/2005/8/layout/list1"/>
    <dgm:cxn modelId="{3D232FCB-947B-478F-83AC-A031913911C6}" type="presParOf" srcId="{F9D5A8C2-E079-42FD-856C-977B73829019}" destId="{09E5563C-593D-4C50-AC67-F52E68F847DD}" srcOrd="0" destOrd="0" presId="urn:microsoft.com/office/officeart/2005/8/layout/list1"/>
    <dgm:cxn modelId="{360C9E8E-A4D8-4D9A-9C17-C0A5B99E1ED3}" type="presParOf" srcId="{F9D5A8C2-E079-42FD-856C-977B73829019}" destId="{9CB593C8-F7E8-420C-8788-DC542967F11F}" srcOrd="1" destOrd="0" presId="urn:microsoft.com/office/officeart/2005/8/layout/list1"/>
    <dgm:cxn modelId="{CEDC1EAA-6DA8-42DB-9C15-631CDC014C07}" type="presParOf" srcId="{E54242D6-C749-4C42-9A9E-912B1AEF50FE}" destId="{BFCBC648-E595-427B-83E8-DC17C017F0C7}" srcOrd="5" destOrd="0" presId="urn:microsoft.com/office/officeart/2005/8/layout/list1"/>
    <dgm:cxn modelId="{0203B485-E4E1-4E8D-BCF9-C57E968553D7}" type="presParOf" srcId="{E54242D6-C749-4C42-9A9E-912B1AEF50FE}" destId="{B70C2C17-ECC6-41EA-B10C-245F993E6B2E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2299D6D0-5C7E-41B0-861B-43D5EE693171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388AD14-9ADC-4A7A-9452-367F9E162530}">
      <dgm:prSet/>
      <dgm:spPr/>
      <dgm:t>
        <a:bodyPr/>
        <a:lstStyle/>
        <a:p>
          <a:pPr algn="just">
            <a:buFont typeface="+mj-lt"/>
            <a:buAutoNum type="arabicPeriod"/>
          </a:pPr>
          <a:r>
            <a:rPr lang="en-US" b="1" dirty="0" err="1"/>
            <a:t>Memantau</a:t>
          </a:r>
          <a:r>
            <a:rPr lang="en-US" b="1" dirty="0"/>
            <a:t> dan </a:t>
          </a:r>
          <a:r>
            <a:rPr lang="en-US" b="1" dirty="0" err="1"/>
            <a:t>Mengevaluasi</a:t>
          </a:r>
          <a:r>
            <a:rPr lang="en-US" b="1" dirty="0"/>
            <a:t> Kinerja:</a:t>
          </a:r>
        </a:p>
      </dgm:t>
    </dgm:pt>
    <dgm:pt modelId="{3DF4321B-A650-4FF4-AEBC-F7EFE16071DC}" type="parTrans" cxnId="{F7E55D3E-24A1-4FA5-B889-B7808E693FD4}">
      <dgm:prSet/>
      <dgm:spPr/>
      <dgm:t>
        <a:bodyPr/>
        <a:lstStyle/>
        <a:p>
          <a:pPr algn="just"/>
          <a:endParaRPr lang="en-US" b="1"/>
        </a:p>
      </dgm:t>
    </dgm:pt>
    <dgm:pt modelId="{D59510BB-043F-4F76-9D2E-4D75995901C6}" type="sibTrans" cxnId="{F7E55D3E-24A1-4FA5-B889-B7808E693FD4}">
      <dgm:prSet/>
      <dgm:spPr/>
      <dgm:t>
        <a:bodyPr/>
        <a:lstStyle/>
        <a:p>
          <a:pPr algn="just"/>
          <a:endParaRPr lang="en-US" b="1"/>
        </a:p>
      </dgm:t>
    </dgm:pt>
    <dgm:pt modelId="{5E86D1CD-2DD9-446A-BF61-82BD6979619A}">
      <dgm:prSet/>
      <dgm:spPr/>
      <dgm:t>
        <a:bodyPr/>
        <a:lstStyle/>
        <a:p>
          <a:pPr algn="just">
            <a:buFont typeface="+mj-lt"/>
            <a:buAutoNum type="arabicPeriod"/>
          </a:pPr>
          <a:r>
            <a:rPr lang="en-US" b="1" dirty="0" err="1"/>
            <a:t>Melakukan</a:t>
          </a:r>
          <a:r>
            <a:rPr lang="en-US" b="1" dirty="0"/>
            <a:t> </a:t>
          </a:r>
          <a:r>
            <a:rPr lang="en-US" b="1" dirty="0" err="1"/>
            <a:t>Peninjauan</a:t>
          </a:r>
          <a:r>
            <a:rPr lang="en-US" b="1" dirty="0"/>
            <a:t> dan </a:t>
          </a:r>
          <a:r>
            <a:rPr lang="en-US" b="1" dirty="0" err="1"/>
            <a:t>Peningkatan</a:t>
          </a:r>
          <a:r>
            <a:rPr lang="en-US" b="1" dirty="0"/>
            <a:t> </a:t>
          </a:r>
          <a:r>
            <a:rPr lang="en-US" b="1" dirty="0" err="1"/>
            <a:t>Berkelanjutan</a:t>
          </a:r>
          <a:r>
            <a:rPr lang="en-US" b="1" dirty="0"/>
            <a:t>:</a:t>
          </a:r>
        </a:p>
      </dgm:t>
    </dgm:pt>
    <dgm:pt modelId="{15432E10-A9F8-41E7-B542-0BA99CFB0D29}" type="parTrans" cxnId="{69DF3B10-62CF-4063-8A49-493995A80500}">
      <dgm:prSet/>
      <dgm:spPr/>
      <dgm:t>
        <a:bodyPr/>
        <a:lstStyle/>
        <a:p>
          <a:pPr algn="just"/>
          <a:endParaRPr lang="en-US" b="1"/>
        </a:p>
      </dgm:t>
    </dgm:pt>
    <dgm:pt modelId="{7AAA425C-F766-4640-83C7-D568D55EA16C}" type="sibTrans" cxnId="{69DF3B10-62CF-4063-8A49-493995A80500}">
      <dgm:prSet/>
      <dgm:spPr/>
      <dgm:t>
        <a:bodyPr/>
        <a:lstStyle/>
        <a:p>
          <a:pPr algn="just"/>
          <a:endParaRPr lang="en-US" b="1"/>
        </a:p>
      </dgm:t>
    </dgm:pt>
    <dgm:pt modelId="{A8254A4F-5FA3-4FA9-90FC-90673A0A94F9}">
      <dgm:prSet/>
      <dgm:spPr/>
      <dgm:t>
        <a:bodyPr/>
        <a:lstStyle/>
        <a:p>
          <a:pPr algn="just">
            <a:buFont typeface="+mj-lt"/>
            <a:buNone/>
          </a:pPr>
          <a:r>
            <a:rPr lang="en-US" b="1" dirty="0" err="1"/>
            <a:t>Menggunakan</a:t>
          </a:r>
          <a:r>
            <a:rPr lang="en-US" b="1" dirty="0"/>
            <a:t> </a:t>
          </a:r>
          <a:r>
            <a:rPr lang="en-US" b="1" dirty="0" err="1"/>
            <a:t>metrik</a:t>
          </a:r>
          <a:r>
            <a:rPr lang="en-US" b="1" dirty="0"/>
            <a:t> </a:t>
          </a:r>
          <a:r>
            <a:rPr lang="en-US" b="1" dirty="0" err="1"/>
            <a:t>kinerja</a:t>
          </a:r>
          <a:r>
            <a:rPr lang="en-US" b="1" dirty="0"/>
            <a:t> </a:t>
          </a:r>
          <a:r>
            <a:rPr lang="en-US" b="1" dirty="0" err="1"/>
            <a:t>untuk</a:t>
          </a:r>
          <a:r>
            <a:rPr lang="en-US" b="1" dirty="0"/>
            <a:t> </a:t>
          </a:r>
          <a:r>
            <a:rPr lang="en-US" b="1" dirty="0" err="1"/>
            <a:t>mengevaluasi</a:t>
          </a:r>
          <a:r>
            <a:rPr lang="en-US" b="1" dirty="0"/>
            <a:t> </a:t>
          </a:r>
          <a:r>
            <a:rPr lang="en-US" b="1" dirty="0" err="1"/>
            <a:t>keberhasilan</a:t>
          </a:r>
          <a:r>
            <a:rPr lang="en-US" b="1" dirty="0"/>
            <a:t> proses DSS dan </a:t>
          </a:r>
          <a:r>
            <a:rPr lang="en-US" b="1" dirty="0" err="1"/>
            <a:t>melakukan</a:t>
          </a:r>
          <a:r>
            <a:rPr lang="en-US" b="1" dirty="0"/>
            <a:t> </a:t>
          </a:r>
          <a:r>
            <a:rPr lang="en-US" b="1" dirty="0" err="1"/>
            <a:t>perbaikan</a:t>
          </a:r>
          <a:r>
            <a:rPr lang="en-US" b="1" dirty="0"/>
            <a:t> </a:t>
          </a:r>
          <a:r>
            <a:rPr lang="en-US" b="1" dirty="0" err="1"/>
            <a:t>berkelanjutan</a:t>
          </a:r>
          <a:r>
            <a:rPr lang="en-US" b="1" dirty="0"/>
            <a:t>.</a:t>
          </a:r>
        </a:p>
      </dgm:t>
    </dgm:pt>
    <dgm:pt modelId="{8369DD3A-4489-4C52-8AF2-DEBF9165D0D1}" type="parTrans" cxnId="{4A999F66-8DEA-44D5-9503-EB59F28B3B77}">
      <dgm:prSet/>
      <dgm:spPr/>
      <dgm:t>
        <a:bodyPr/>
        <a:lstStyle/>
        <a:p>
          <a:pPr algn="just"/>
          <a:endParaRPr lang="en-US" b="1"/>
        </a:p>
      </dgm:t>
    </dgm:pt>
    <dgm:pt modelId="{CBA25392-1859-46E6-8BA7-A7E4A872ACC2}" type="sibTrans" cxnId="{4A999F66-8DEA-44D5-9503-EB59F28B3B77}">
      <dgm:prSet/>
      <dgm:spPr/>
      <dgm:t>
        <a:bodyPr/>
        <a:lstStyle/>
        <a:p>
          <a:pPr algn="just"/>
          <a:endParaRPr lang="en-US" b="1"/>
        </a:p>
      </dgm:t>
    </dgm:pt>
    <dgm:pt modelId="{D8F70D4B-CF08-4912-93FC-10388E4B5F94}">
      <dgm:prSet/>
      <dgm:spPr/>
      <dgm:t>
        <a:bodyPr/>
        <a:lstStyle/>
        <a:p>
          <a:pPr algn="just">
            <a:buFont typeface="+mj-lt"/>
            <a:buNone/>
          </a:pPr>
          <a:r>
            <a:rPr lang="en-US" b="1" dirty="0" err="1"/>
            <a:t>Meninjau</a:t>
          </a:r>
          <a:r>
            <a:rPr lang="en-US" b="1" dirty="0"/>
            <a:t> proses </a:t>
          </a:r>
          <a:r>
            <a:rPr lang="en-US" b="1" dirty="0" err="1"/>
            <a:t>secara</a:t>
          </a:r>
          <a:r>
            <a:rPr lang="en-US" b="1" dirty="0"/>
            <a:t> </a:t>
          </a:r>
          <a:r>
            <a:rPr lang="en-US" b="1" dirty="0" err="1"/>
            <a:t>berkala</a:t>
          </a:r>
          <a:r>
            <a:rPr lang="en-US" b="1" dirty="0"/>
            <a:t> dan </a:t>
          </a:r>
          <a:r>
            <a:rPr lang="en-US" b="1" dirty="0" err="1"/>
            <a:t>melakukan</a:t>
          </a:r>
          <a:r>
            <a:rPr lang="en-US" b="1" dirty="0"/>
            <a:t> </a:t>
          </a:r>
          <a:r>
            <a:rPr lang="en-US" b="1" dirty="0" err="1"/>
            <a:t>perbaikan</a:t>
          </a:r>
          <a:r>
            <a:rPr lang="en-US" b="1" dirty="0"/>
            <a:t> </a:t>
          </a:r>
          <a:r>
            <a:rPr lang="en-US" b="1" dirty="0" err="1"/>
            <a:t>berdasarkan</a:t>
          </a:r>
          <a:r>
            <a:rPr lang="en-US" b="1" dirty="0"/>
            <a:t> </a:t>
          </a:r>
          <a:r>
            <a:rPr lang="en-US" b="1" dirty="0" err="1"/>
            <a:t>umpan</a:t>
          </a:r>
          <a:r>
            <a:rPr lang="en-US" b="1" dirty="0"/>
            <a:t> </a:t>
          </a:r>
          <a:r>
            <a:rPr lang="en-US" b="1" dirty="0" err="1"/>
            <a:t>balik</a:t>
          </a:r>
          <a:r>
            <a:rPr lang="en-US" b="1" dirty="0"/>
            <a:t> dan </a:t>
          </a:r>
          <a:r>
            <a:rPr lang="en-US" b="1" dirty="0" err="1"/>
            <a:t>hasil</a:t>
          </a:r>
          <a:r>
            <a:rPr lang="en-US" b="1" dirty="0"/>
            <a:t> </a:t>
          </a:r>
          <a:r>
            <a:rPr lang="en-US" b="1" dirty="0" err="1"/>
            <a:t>evaluasi</a:t>
          </a:r>
          <a:r>
            <a:rPr lang="en-US" b="1" dirty="0"/>
            <a:t>.</a:t>
          </a:r>
        </a:p>
      </dgm:t>
    </dgm:pt>
    <dgm:pt modelId="{6AB1900B-CAA9-4432-8F50-E4A74335AC83}" type="parTrans" cxnId="{05A236CA-72E3-4C7A-B0AC-87C9F01D6E8E}">
      <dgm:prSet/>
      <dgm:spPr/>
      <dgm:t>
        <a:bodyPr/>
        <a:lstStyle/>
        <a:p>
          <a:pPr algn="just"/>
          <a:endParaRPr lang="en-US" b="1"/>
        </a:p>
      </dgm:t>
    </dgm:pt>
    <dgm:pt modelId="{3D5D5DEC-5412-4104-9DE9-0E9AC42572B8}" type="sibTrans" cxnId="{05A236CA-72E3-4C7A-B0AC-87C9F01D6E8E}">
      <dgm:prSet/>
      <dgm:spPr/>
      <dgm:t>
        <a:bodyPr/>
        <a:lstStyle/>
        <a:p>
          <a:pPr algn="just"/>
          <a:endParaRPr lang="en-US" b="1"/>
        </a:p>
      </dgm:t>
    </dgm:pt>
    <dgm:pt modelId="{E54242D6-C749-4C42-9A9E-912B1AEF50FE}" type="pres">
      <dgm:prSet presAssocID="{2299D6D0-5C7E-41B0-861B-43D5EE693171}" presName="linear" presStyleCnt="0">
        <dgm:presLayoutVars>
          <dgm:dir/>
          <dgm:animLvl val="lvl"/>
          <dgm:resizeHandles val="exact"/>
        </dgm:presLayoutVars>
      </dgm:prSet>
      <dgm:spPr/>
    </dgm:pt>
    <dgm:pt modelId="{0BEDD0C5-BE2E-4D08-9B4F-9137016396B9}" type="pres">
      <dgm:prSet presAssocID="{9388AD14-9ADC-4A7A-9452-367F9E162530}" presName="parentLin" presStyleCnt="0"/>
      <dgm:spPr/>
    </dgm:pt>
    <dgm:pt modelId="{C80A25F1-5E85-4BFE-96F1-42D71B58EB6F}" type="pres">
      <dgm:prSet presAssocID="{9388AD14-9ADC-4A7A-9452-367F9E162530}" presName="parentLeftMargin" presStyleLbl="node1" presStyleIdx="0" presStyleCnt="2"/>
      <dgm:spPr/>
    </dgm:pt>
    <dgm:pt modelId="{1AAB13B1-7818-4830-9DDF-E22D8BCDCBC1}" type="pres">
      <dgm:prSet presAssocID="{9388AD14-9ADC-4A7A-9452-367F9E162530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973CEAB2-1164-4975-9C30-5ECF8E8BF2B2}" type="pres">
      <dgm:prSet presAssocID="{9388AD14-9ADC-4A7A-9452-367F9E162530}" presName="negativeSpace" presStyleCnt="0"/>
      <dgm:spPr/>
    </dgm:pt>
    <dgm:pt modelId="{D25445B1-688F-4498-96B3-CADC07539E5E}" type="pres">
      <dgm:prSet presAssocID="{9388AD14-9ADC-4A7A-9452-367F9E162530}" presName="childText" presStyleLbl="conFgAcc1" presStyleIdx="0" presStyleCnt="2">
        <dgm:presLayoutVars>
          <dgm:bulletEnabled val="1"/>
        </dgm:presLayoutVars>
      </dgm:prSet>
      <dgm:spPr/>
    </dgm:pt>
    <dgm:pt modelId="{BF167A31-4A9B-46A2-A453-FF18A000A05C}" type="pres">
      <dgm:prSet presAssocID="{D59510BB-043F-4F76-9D2E-4D75995901C6}" presName="spaceBetweenRectangles" presStyleCnt="0"/>
      <dgm:spPr/>
    </dgm:pt>
    <dgm:pt modelId="{F9D5A8C2-E079-42FD-856C-977B73829019}" type="pres">
      <dgm:prSet presAssocID="{5E86D1CD-2DD9-446A-BF61-82BD6979619A}" presName="parentLin" presStyleCnt="0"/>
      <dgm:spPr/>
    </dgm:pt>
    <dgm:pt modelId="{09E5563C-593D-4C50-AC67-F52E68F847DD}" type="pres">
      <dgm:prSet presAssocID="{5E86D1CD-2DD9-446A-BF61-82BD6979619A}" presName="parentLeftMargin" presStyleLbl="node1" presStyleIdx="0" presStyleCnt="2"/>
      <dgm:spPr/>
    </dgm:pt>
    <dgm:pt modelId="{9CB593C8-F7E8-420C-8788-DC542967F11F}" type="pres">
      <dgm:prSet presAssocID="{5E86D1CD-2DD9-446A-BF61-82BD6979619A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BFCBC648-E595-427B-83E8-DC17C017F0C7}" type="pres">
      <dgm:prSet presAssocID="{5E86D1CD-2DD9-446A-BF61-82BD6979619A}" presName="negativeSpace" presStyleCnt="0"/>
      <dgm:spPr/>
    </dgm:pt>
    <dgm:pt modelId="{B70C2C17-ECC6-41EA-B10C-245F993E6B2E}" type="pres">
      <dgm:prSet presAssocID="{5E86D1CD-2DD9-446A-BF61-82BD6979619A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5087A703-004D-4390-A645-094C962C42A8}" type="presOf" srcId="{5E86D1CD-2DD9-446A-BF61-82BD6979619A}" destId="{09E5563C-593D-4C50-AC67-F52E68F847DD}" srcOrd="0" destOrd="0" presId="urn:microsoft.com/office/officeart/2005/8/layout/list1"/>
    <dgm:cxn modelId="{3A3CEE0C-C5AC-4E7B-A7FD-603901C0B48C}" type="presOf" srcId="{2299D6D0-5C7E-41B0-861B-43D5EE693171}" destId="{E54242D6-C749-4C42-9A9E-912B1AEF50FE}" srcOrd="0" destOrd="0" presId="urn:microsoft.com/office/officeart/2005/8/layout/list1"/>
    <dgm:cxn modelId="{69DF3B10-62CF-4063-8A49-493995A80500}" srcId="{2299D6D0-5C7E-41B0-861B-43D5EE693171}" destId="{5E86D1CD-2DD9-446A-BF61-82BD6979619A}" srcOrd="1" destOrd="0" parTransId="{15432E10-A9F8-41E7-B542-0BA99CFB0D29}" sibTransId="{7AAA425C-F766-4640-83C7-D568D55EA16C}"/>
    <dgm:cxn modelId="{9ECD093C-EAC1-4057-BBCD-7C72F37453A3}" type="presOf" srcId="{A8254A4F-5FA3-4FA9-90FC-90673A0A94F9}" destId="{D25445B1-688F-4498-96B3-CADC07539E5E}" srcOrd="0" destOrd="0" presId="urn:microsoft.com/office/officeart/2005/8/layout/list1"/>
    <dgm:cxn modelId="{F7E55D3E-24A1-4FA5-B889-B7808E693FD4}" srcId="{2299D6D0-5C7E-41B0-861B-43D5EE693171}" destId="{9388AD14-9ADC-4A7A-9452-367F9E162530}" srcOrd="0" destOrd="0" parTransId="{3DF4321B-A650-4FF4-AEBC-F7EFE16071DC}" sibTransId="{D59510BB-043F-4F76-9D2E-4D75995901C6}"/>
    <dgm:cxn modelId="{4A999F66-8DEA-44D5-9503-EB59F28B3B77}" srcId="{9388AD14-9ADC-4A7A-9452-367F9E162530}" destId="{A8254A4F-5FA3-4FA9-90FC-90673A0A94F9}" srcOrd="0" destOrd="0" parTransId="{8369DD3A-4489-4C52-8AF2-DEBF9165D0D1}" sibTransId="{CBA25392-1859-46E6-8BA7-A7E4A872ACC2}"/>
    <dgm:cxn modelId="{3A577E7A-BB71-4B2E-9971-6422E22A3481}" type="presOf" srcId="{9388AD14-9ADC-4A7A-9452-367F9E162530}" destId="{C80A25F1-5E85-4BFE-96F1-42D71B58EB6F}" srcOrd="0" destOrd="0" presId="urn:microsoft.com/office/officeart/2005/8/layout/list1"/>
    <dgm:cxn modelId="{05A236CA-72E3-4C7A-B0AC-87C9F01D6E8E}" srcId="{5E86D1CD-2DD9-446A-BF61-82BD6979619A}" destId="{D8F70D4B-CF08-4912-93FC-10388E4B5F94}" srcOrd="0" destOrd="0" parTransId="{6AB1900B-CAA9-4432-8F50-E4A74335AC83}" sibTransId="{3D5D5DEC-5412-4104-9DE9-0E9AC42572B8}"/>
    <dgm:cxn modelId="{EC9FBDD9-A8F7-47AC-B288-342B889B351F}" type="presOf" srcId="{5E86D1CD-2DD9-446A-BF61-82BD6979619A}" destId="{9CB593C8-F7E8-420C-8788-DC542967F11F}" srcOrd="1" destOrd="0" presId="urn:microsoft.com/office/officeart/2005/8/layout/list1"/>
    <dgm:cxn modelId="{E49B96EB-0775-4174-AC72-C66F9E193867}" type="presOf" srcId="{9388AD14-9ADC-4A7A-9452-367F9E162530}" destId="{1AAB13B1-7818-4830-9DDF-E22D8BCDCBC1}" srcOrd="1" destOrd="0" presId="urn:microsoft.com/office/officeart/2005/8/layout/list1"/>
    <dgm:cxn modelId="{3CE4F6F6-FF95-4797-8130-40ECE74437EC}" type="presOf" srcId="{D8F70D4B-CF08-4912-93FC-10388E4B5F94}" destId="{B70C2C17-ECC6-41EA-B10C-245F993E6B2E}" srcOrd="0" destOrd="0" presId="urn:microsoft.com/office/officeart/2005/8/layout/list1"/>
    <dgm:cxn modelId="{5A9697AB-0AF8-49C5-A215-1BEC0B305D9A}" type="presParOf" srcId="{E54242D6-C749-4C42-9A9E-912B1AEF50FE}" destId="{0BEDD0C5-BE2E-4D08-9B4F-9137016396B9}" srcOrd="0" destOrd="0" presId="urn:microsoft.com/office/officeart/2005/8/layout/list1"/>
    <dgm:cxn modelId="{9402A760-59D9-4DD9-84E0-697C06F2F3D0}" type="presParOf" srcId="{0BEDD0C5-BE2E-4D08-9B4F-9137016396B9}" destId="{C80A25F1-5E85-4BFE-96F1-42D71B58EB6F}" srcOrd="0" destOrd="0" presId="urn:microsoft.com/office/officeart/2005/8/layout/list1"/>
    <dgm:cxn modelId="{8C233720-8FFE-46AD-AA74-2660F4C3185D}" type="presParOf" srcId="{0BEDD0C5-BE2E-4D08-9B4F-9137016396B9}" destId="{1AAB13B1-7818-4830-9DDF-E22D8BCDCBC1}" srcOrd="1" destOrd="0" presId="urn:microsoft.com/office/officeart/2005/8/layout/list1"/>
    <dgm:cxn modelId="{CD175067-FF1E-4703-9DA8-5D94E5D053A0}" type="presParOf" srcId="{E54242D6-C749-4C42-9A9E-912B1AEF50FE}" destId="{973CEAB2-1164-4975-9C30-5ECF8E8BF2B2}" srcOrd="1" destOrd="0" presId="urn:microsoft.com/office/officeart/2005/8/layout/list1"/>
    <dgm:cxn modelId="{CB1720A8-66E3-4447-A030-4B6036CA7950}" type="presParOf" srcId="{E54242D6-C749-4C42-9A9E-912B1AEF50FE}" destId="{D25445B1-688F-4498-96B3-CADC07539E5E}" srcOrd="2" destOrd="0" presId="urn:microsoft.com/office/officeart/2005/8/layout/list1"/>
    <dgm:cxn modelId="{3BD2E6B4-2CA0-4A72-971A-6D260BDFCE7F}" type="presParOf" srcId="{E54242D6-C749-4C42-9A9E-912B1AEF50FE}" destId="{BF167A31-4A9B-46A2-A453-FF18A000A05C}" srcOrd="3" destOrd="0" presId="urn:microsoft.com/office/officeart/2005/8/layout/list1"/>
    <dgm:cxn modelId="{19041EDB-8A62-4D67-B0E9-93AB5372FE3D}" type="presParOf" srcId="{E54242D6-C749-4C42-9A9E-912B1AEF50FE}" destId="{F9D5A8C2-E079-42FD-856C-977B73829019}" srcOrd="4" destOrd="0" presId="urn:microsoft.com/office/officeart/2005/8/layout/list1"/>
    <dgm:cxn modelId="{3D232FCB-947B-478F-83AC-A031913911C6}" type="presParOf" srcId="{F9D5A8C2-E079-42FD-856C-977B73829019}" destId="{09E5563C-593D-4C50-AC67-F52E68F847DD}" srcOrd="0" destOrd="0" presId="urn:microsoft.com/office/officeart/2005/8/layout/list1"/>
    <dgm:cxn modelId="{360C9E8E-A4D8-4D9A-9C17-C0A5B99E1ED3}" type="presParOf" srcId="{F9D5A8C2-E079-42FD-856C-977B73829019}" destId="{9CB593C8-F7E8-420C-8788-DC542967F11F}" srcOrd="1" destOrd="0" presId="urn:microsoft.com/office/officeart/2005/8/layout/list1"/>
    <dgm:cxn modelId="{CEDC1EAA-6DA8-42DB-9C15-631CDC014C07}" type="presParOf" srcId="{E54242D6-C749-4C42-9A9E-912B1AEF50FE}" destId="{BFCBC648-E595-427B-83E8-DC17C017F0C7}" srcOrd="5" destOrd="0" presId="urn:microsoft.com/office/officeart/2005/8/layout/list1"/>
    <dgm:cxn modelId="{0203B485-E4E1-4E8D-BCF9-C57E968553D7}" type="presParOf" srcId="{E54242D6-C749-4C42-9A9E-912B1AEF50FE}" destId="{B70C2C17-ECC6-41EA-B10C-245F993E6B2E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2299D6D0-5C7E-41B0-861B-43D5EE693171}" type="doc">
      <dgm:prSet loTypeId="urn:microsoft.com/office/officeart/2005/8/layout/vList2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908A0546-54E8-4755-9E62-10617411D6DE}">
      <dgm:prSet/>
      <dgm:spPr/>
      <dgm:t>
        <a:bodyPr/>
        <a:lstStyle/>
        <a:p>
          <a:pPr algn="just"/>
          <a:r>
            <a:rPr lang="en-US" b="1" dirty="0" err="1"/>
            <a:t>Manajemen</a:t>
          </a:r>
          <a:r>
            <a:rPr lang="en-US" b="1" dirty="0"/>
            <a:t> </a:t>
          </a:r>
          <a:r>
            <a:rPr lang="en-US" b="1" dirty="0" err="1"/>
            <a:t>insiden</a:t>
          </a:r>
          <a:r>
            <a:rPr lang="en-US" b="1" dirty="0"/>
            <a:t> dan </a:t>
          </a:r>
          <a:r>
            <a:rPr lang="en-US" b="1" dirty="0" err="1"/>
            <a:t>layanan</a:t>
          </a:r>
          <a:r>
            <a:rPr lang="en-US" b="1" dirty="0"/>
            <a:t> </a:t>
          </a:r>
          <a:r>
            <a:rPr lang="en-US" b="1" dirty="0" err="1"/>
            <a:t>dalam</a:t>
          </a:r>
          <a:r>
            <a:rPr lang="en-US" b="1" dirty="0"/>
            <a:t> domain DSS (Deliver, Service, and Support) COBIT 2019 </a:t>
          </a:r>
          <a:r>
            <a:rPr lang="en-US" b="1" dirty="0" err="1"/>
            <a:t>mencakup</a:t>
          </a:r>
          <a:r>
            <a:rPr lang="en-US" b="1" dirty="0"/>
            <a:t> proses-proses </a:t>
          </a:r>
          <a:r>
            <a:rPr lang="en-US" b="1" dirty="0" err="1"/>
            <a:t>penting</a:t>
          </a:r>
          <a:r>
            <a:rPr lang="en-US" b="1" dirty="0"/>
            <a:t> yang </a:t>
          </a:r>
          <a:r>
            <a:rPr lang="en-US" b="1" dirty="0" err="1"/>
            <a:t>bertujuan</a:t>
          </a:r>
          <a:r>
            <a:rPr lang="en-US" b="1" dirty="0"/>
            <a:t> </a:t>
          </a:r>
          <a:r>
            <a:rPr lang="en-US" b="1" dirty="0" err="1"/>
            <a:t>untuk</a:t>
          </a:r>
          <a:r>
            <a:rPr lang="en-US" b="1" dirty="0"/>
            <a:t> </a:t>
          </a:r>
          <a:r>
            <a:rPr lang="en-US" b="1" dirty="0" err="1"/>
            <a:t>memastikan</a:t>
          </a:r>
          <a:r>
            <a:rPr lang="en-US" b="1" dirty="0"/>
            <a:t> </a:t>
          </a:r>
          <a:r>
            <a:rPr lang="en-US" b="1" dirty="0" err="1"/>
            <a:t>bahwa</a:t>
          </a:r>
          <a:r>
            <a:rPr lang="en-US" b="1" dirty="0"/>
            <a:t> </a:t>
          </a:r>
          <a:r>
            <a:rPr lang="en-US" b="1" dirty="0" err="1"/>
            <a:t>insiden</a:t>
          </a:r>
          <a:r>
            <a:rPr lang="en-US" b="1" dirty="0"/>
            <a:t> yang </a:t>
          </a:r>
          <a:r>
            <a:rPr lang="en-US" b="1" dirty="0" err="1"/>
            <a:t>terjadi</a:t>
          </a:r>
          <a:r>
            <a:rPr lang="en-US" b="1" dirty="0"/>
            <a:t> </a:t>
          </a:r>
          <a:r>
            <a:rPr lang="en-US" b="1" dirty="0" err="1"/>
            <a:t>dalam</a:t>
          </a:r>
          <a:r>
            <a:rPr lang="en-US" b="1" dirty="0"/>
            <a:t> </a:t>
          </a:r>
          <a:r>
            <a:rPr lang="en-US" b="1" dirty="0" err="1"/>
            <a:t>operasi</a:t>
          </a:r>
          <a:r>
            <a:rPr lang="en-US" b="1" dirty="0"/>
            <a:t> TI </a:t>
          </a:r>
          <a:r>
            <a:rPr lang="en-US" b="1" dirty="0" err="1"/>
            <a:t>dikelola</a:t>
          </a:r>
          <a:r>
            <a:rPr lang="en-US" b="1" dirty="0"/>
            <a:t> </a:t>
          </a:r>
          <a:r>
            <a:rPr lang="en-US" b="1" dirty="0" err="1"/>
            <a:t>dengan</a:t>
          </a:r>
          <a:r>
            <a:rPr lang="en-US" b="1" dirty="0"/>
            <a:t> </a:t>
          </a:r>
          <a:r>
            <a:rPr lang="en-US" b="1" dirty="0" err="1"/>
            <a:t>efektif</a:t>
          </a:r>
          <a:r>
            <a:rPr lang="en-US" b="1" dirty="0"/>
            <a:t> dan </a:t>
          </a:r>
          <a:r>
            <a:rPr lang="en-US" b="1" dirty="0" err="1"/>
            <a:t>layanan</a:t>
          </a:r>
          <a:r>
            <a:rPr lang="en-US" b="1" dirty="0"/>
            <a:t> TI yang </a:t>
          </a:r>
          <a:r>
            <a:rPr lang="en-US" b="1" dirty="0" err="1"/>
            <a:t>diberikan</a:t>
          </a:r>
          <a:r>
            <a:rPr lang="en-US" b="1" dirty="0"/>
            <a:t> </a:t>
          </a:r>
          <a:r>
            <a:rPr lang="en-US" b="1" dirty="0" err="1"/>
            <a:t>kepada</a:t>
          </a:r>
          <a:r>
            <a:rPr lang="en-US" b="1" dirty="0"/>
            <a:t> </a:t>
          </a:r>
          <a:r>
            <a:rPr lang="en-US" b="1" dirty="0" err="1"/>
            <a:t>pengguna</a:t>
          </a:r>
          <a:r>
            <a:rPr lang="en-US" b="1" dirty="0"/>
            <a:t> </a:t>
          </a:r>
          <a:r>
            <a:rPr lang="en-US" b="1" dirty="0" err="1"/>
            <a:t>memenuhi</a:t>
          </a:r>
          <a:r>
            <a:rPr lang="en-US" b="1" dirty="0"/>
            <a:t> </a:t>
          </a:r>
          <a:r>
            <a:rPr lang="en-US" b="1" dirty="0" err="1"/>
            <a:t>kebutuhan</a:t>
          </a:r>
          <a:r>
            <a:rPr lang="en-US" b="1" dirty="0"/>
            <a:t> dan </a:t>
          </a:r>
          <a:r>
            <a:rPr lang="en-US" b="1" dirty="0" err="1"/>
            <a:t>harapan</a:t>
          </a:r>
          <a:r>
            <a:rPr lang="en-US" b="1" dirty="0"/>
            <a:t> </a:t>
          </a:r>
          <a:r>
            <a:rPr lang="en-US" b="1" dirty="0" err="1"/>
            <a:t>mereka</a:t>
          </a:r>
          <a:r>
            <a:rPr lang="en-US" b="1" dirty="0"/>
            <a:t>. </a:t>
          </a:r>
        </a:p>
      </dgm:t>
    </dgm:pt>
    <dgm:pt modelId="{ABD3C640-44BC-47BE-92AF-665F4FA18385}" type="parTrans" cxnId="{17D96918-1C99-4DCC-A7EE-FA594A27C1D4}">
      <dgm:prSet/>
      <dgm:spPr/>
      <dgm:t>
        <a:bodyPr/>
        <a:lstStyle/>
        <a:p>
          <a:pPr algn="just"/>
          <a:endParaRPr lang="en-US" b="1"/>
        </a:p>
      </dgm:t>
    </dgm:pt>
    <dgm:pt modelId="{BA6AE1F8-AEC6-4D41-9634-3F57B2072075}" type="sibTrans" cxnId="{17D96918-1C99-4DCC-A7EE-FA594A27C1D4}">
      <dgm:prSet/>
      <dgm:spPr/>
      <dgm:t>
        <a:bodyPr/>
        <a:lstStyle/>
        <a:p>
          <a:pPr algn="just"/>
          <a:endParaRPr lang="en-US" b="1"/>
        </a:p>
      </dgm:t>
    </dgm:pt>
    <dgm:pt modelId="{D790E4C0-A454-41E6-B761-C3179DA4B771}">
      <dgm:prSet/>
      <dgm:spPr/>
      <dgm:t>
        <a:bodyPr/>
        <a:lstStyle/>
        <a:p>
          <a:pPr algn="just"/>
          <a:r>
            <a:rPr lang="en-US" b="1" dirty="0"/>
            <a:t>Proses </a:t>
          </a:r>
          <a:r>
            <a:rPr lang="en-US" b="1" dirty="0" err="1"/>
            <a:t>ini</a:t>
          </a:r>
          <a:r>
            <a:rPr lang="en-US" b="1" dirty="0"/>
            <a:t> </a:t>
          </a:r>
          <a:r>
            <a:rPr lang="en-US" b="1" dirty="0" err="1"/>
            <a:t>berfokus</a:t>
          </a:r>
          <a:r>
            <a:rPr lang="en-US" b="1" dirty="0"/>
            <a:t> pada </a:t>
          </a:r>
          <a:r>
            <a:rPr lang="en-US" b="1" dirty="0" err="1"/>
            <a:t>pemecahan</a:t>
          </a:r>
          <a:r>
            <a:rPr lang="en-US" b="1" dirty="0"/>
            <a:t> </a:t>
          </a:r>
          <a:r>
            <a:rPr lang="en-US" b="1" dirty="0" err="1"/>
            <a:t>masalah</a:t>
          </a:r>
          <a:r>
            <a:rPr lang="en-US" b="1" dirty="0"/>
            <a:t> yang </a:t>
          </a:r>
          <a:r>
            <a:rPr lang="en-US" b="1" dirty="0" err="1"/>
            <a:t>cepat</a:t>
          </a:r>
          <a:r>
            <a:rPr lang="en-US" b="1" dirty="0"/>
            <a:t> dan </a:t>
          </a:r>
          <a:r>
            <a:rPr lang="en-US" b="1" dirty="0" err="1"/>
            <a:t>pemenuhan</a:t>
          </a:r>
          <a:r>
            <a:rPr lang="en-US" b="1" dirty="0"/>
            <a:t> </a:t>
          </a:r>
          <a:r>
            <a:rPr lang="en-US" b="1" dirty="0" err="1"/>
            <a:t>permintaan</a:t>
          </a:r>
          <a:r>
            <a:rPr lang="en-US" b="1" dirty="0"/>
            <a:t> </a:t>
          </a:r>
          <a:r>
            <a:rPr lang="en-US" b="1" dirty="0" err="1"/>
            <a:t>layanan</a:t>
          </a:r>
          <a:r>
            <a:rPr lang="en-US" b="1" dirty="0"/>
            <a:t> </a:t>
          </a:r>
          <a:r>
            <a:rPr lang="en-US" b="1" dirty="0" err="1"/>
            <a:t>untuk</a:t>
          </a:r>
          <a:r>
            <a:rPr lang="en-US" b="1" dirty="0"/>
            <a:t> </a:t>
          </a:r>
          <a:r>
            <a:rPr lang="en-US" b="1" dirty="0" err="1"/>
            <a:t>meminimalkan</a:t>
          </a:r>
          <a:r>
            <a:rPr lang="en-US" b="1" dirty="0"/>
            <a:t> </a:t>
          </a:r>
          <a:r>
            <a:rPr lang="en-US" b="1" dirty="0" err="1"/>
            <a:t>dampak</a:t>
          </a:r>
          <a:r>
            <a:rPr lang="en-US" b="1" dirty="0"/>
            <a:t> </a:t>
          </a:r>
          <a:r>
            <a:rPr lang="en-US" b="1" dirty="0" err="1"/>
            <a:t>negatif</a:t>
          </a:r>
          <a:r>
            <a:rPr lang="en-US" b="1" dirty="0"/>
            <a:t> pada </a:t>
          </a:r>
          <a:r>
            <a:rPr lang="en-US" b="1" dirty="0" err="1"/>
            <a:t>operasional</a:t>
          </a:r>
          <a:r>
            <a:rPr lang="en-US" b="1" dirty="0"/>
            <a:t> </a:t>
          </a:r>
          <a:r>
            <a:rPr lang="en-US" b="1" dirty="0" err="1"/>
            <a:t>bisnis</a:t>
          </a:r>
          <a:r>
            <a:rPr lang="en-US" b="1" dirty="0"/>
            <a:t>.</a:t>
          </a:r>
        </a:p>
      </dgm:t>
    </dgm:pt>
    <dgm:pt modelId="{E435C6C5-5712-4CC3-9DD1-797DB6792B4F}" type="parTrans" cxnId="{2ECFF7B9-CE9C-4C3F-BA9B-60175D0233F9}">
      <dgm:prSet/>
      <dgm:spPr/>
      <dgm:t>
        <a:bodyPr/>
        <a:lstStyle/>
        <a:p>
          <a:pPr algn="just"/>
          <a:endParaRPr lang="en-US" b="1"/>
        </a:p>
      </dgm:t>
    </dgm:pt>
    <dgm:pt modelId="{664BA7C9-873F-4E4D-A730-6A3C4DF9D52E}" type="sibTrans" cxnId="{2ECFF7B9-CE9C-4C3F-BA9B-60175D0233F9}">
      <dgm:prSet/>
      <dgm:spPr/>
      <dgm:t>
        <a:bodyPr/>
        <a:lstStyle/>
        <a:p>
          <a:pPr algn="just"/>
          <a:endParaRPr lang="en-US" b="1"/>
        </a:p>
      </dgm:t>
    </dgm:pt>
    <dgm:pt modelId="{465C8BD2-CB52-428B-B029-E0EE8034544F}" type="pres">
      <dgm:prSet presAssocID="{2299D6D0-5C7E-41B0-861B-43D5EE693171}" presName="linear" presStyleCnt="0">
        <dgm:presLayoutVars>
          <dgm:animLvl val="lvl"/>
          <dgm:resizeHandles val="exact"/>
        </dgm:presLayoutVars>
      </dgm:prSet>
      <dgm:spPr/>
    </dgm:pt>
    <dgm:pt modelId="{23FE889D-CCA5-415B-A2A5-F92530724259}" type="pres">
      <dgm:prSet presAssocID="{908A0546-54E8-4755-9E62-10617411D6DE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1BCB2140-03B5-4F0D-B28A-ADBAC9697486}" type="pres">
      <dgm:prSet presAssocID="{BA6AE1F8-AEC6-4D41-9634-3F57B2072075}" presName="spacer" presStyleCnt="0"/>
      <dgm:spPr/>
    </dgm:pt>
    <dgm:pt modelId="{74EA1D0F-118D-4B7D-B61D-C4FC82B6B98C}" type="pres">
      <dgm:prSet presAssocID="{D790E4C0-A454-41E6-B761-C3179DA4B771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17D96918-1C99-4DCC-A7EE-FA594A27C1D4}" srcId="{2299D6D0-5C7E-41B0-861B-43D5EE693171}" destId="{908A0546-54E8-4755-9E62-10617411D6DE}" srcOrd="0" destOrd="0" parTransId="{ABD3C640-44BC-47BE-92AF-665F4FA18385}" sibTransId="{BA6AE1F8-AEC6-4D41-9634-3F57B2072075}"/>
    <dgm:cxn modelId="{C95277B9-7241-452B-97E4-5A987F750151}" type="presOf" srcId="{908A0546-54E8-4755-9E62-10617411D6DE}" destId="{23FE889D-CCA5-415B-A2A5-F92530724259}" srcOrd="0" destOrd="0" presId="urn:microsoft.com/office/officeart/2005/8/layout/vList2"/>
    <dgm:cxn modelId="{2ECFF7B9-CE9C-4C3F-BA9B-60175D0233F9}" srcId="{2299D6D0-5C7E-41B0-861B-43D5EE693171}" destId="{D790E4C0-A454-41E6-B761-C3179DA4B771}" srcOrd="1" destOrd="0" parTransId="{E435C6C5-5712-4CC3-9DD1-797DB6792B4F}" sibTransId="{664BA7C9-873F-4E4D-A730-6A3C4DF9D52E}"/>
    <dgm:cxn modelId="{612F53D2-4CF2-4338-9DA0-917EF87DC608}" type="presOf" srcId="{D790E4C0-A454-41E6-B761-C3179DA4B771}" destId="{74EA1D0F-118D-4B7D-B61D-C4FC82B6B98C}" srcOrd="0" destOrd="0" presId="urn:microsoft.com/office/officeart/2005/8/layout/vList2"/>
    <dgm:cxn modelId="{F5A38CF4-3DF0-4560-A6EA-757AA6F58966}" type="presOf" srcId="{2299D6D0-5C7E-41B0-861B-43D5EE693171}" destId="{465C8BD2-CB52-428B-B029-E0EE8034544F}" srcOrd="0" destOrd="0" presId="urn:microsoft.com/office/officeart/2005/8/layout/vList2"/>
    <dgm:cxn modelId="{1946F5FC-7332-41C3-B435-50BA87EE98FC}" type="presParOf" srcId="{465C8BD2-CB52-428B-B029-E0EE8034544F}" destId="{23FE889D-CCA5-415B-A2A5-F92530724259}" srcOrd="0" destOrd="0" presId="urn:microsoft.com/office/officeart/2005/8/layout/vList2"/>
    <dgm:cxn modelId="{C1C16042-8850-4385-88A6-66783F94C7E3}" type="presParOf" srcId="{465C8BD2-CB52-428B-B029-E0EE8034544F}" destId="{1BCB2140-03B5-4F0D-B28A-ADBAC9697486}" srcOrd="1" destOrd="0" presId="urn:microsoft.com/office/officeart/2005/8/layout/vList2"/>
    <dgm:cxn modelId="{E69072FC-B319-4F33-A732-ED4FC062F099}" type="presParOf" srcId="{465C8BD2-CB52-428B-B029-E0EE8034544F}" destId="{74EA1D0F-118D-4B7D-B61D-C4FC82B6B98C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2299D6D0-5C7E-41B0-861B-43D5EE693171}" type="doc">
      <dgm:prSet loTypeId="urn:microsoft.com/office/officeart/2005/8/layout/list1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DCF9EA2F-FB27-4A79-84DD-971BC2405FE1}">
      <dgm:prSet/>
      <dgm:spPr>
        <a:solidFill>
          <a:srgbClr val="FFFF00"/>
        </a:solidFill>
      </dgm:spPr>
      <dgm:t>
        <a:bodyPr/>
        <a:lstStyle/>
        <a:p>
          <a:pPr algn="just"/>
          <a:r>
            <a:rPr lang="en-US" b="1" i="1" dirty="0" err="1">
              <a:solidFill>
                <a:srgbClr val="FF0000"/>
              </a:solidFill>
            </a:rPr>
            <a:t>Penjelasan</a:t>
          </a:r>
          <a:r>
            <a:rPr lang="en-US" b="1" i="1" dirty="0">
              <a:solidFill>
                <a:srgbClr val="FF0000"/>
              </a:solidFill>
            </a:rPr>
            <a:t>:</a:t>
          </a:r>
        </a:p>
      </dgm:t>
    </dgm:pt>
    <dgm:pt modelId="{DD56C901-6FD8-42AD-BAE7-C41A9C2B1234}" type="parTrans" cxnId="{41FDB6F9-A72D-446E-972C-9C73D3CECE1F}">
      <dgm:prSet/>
      <dgm:spPr/>
      <dgm:t>
        <a:bodyPr/>
        <a:lstStyle/>
        <a:p>
          <a:endParaRPr lang="en-US" b="1"/>
        </a:p>
      </dgm:t>
    </dgm:pt>
    <dgm:pt modelId="{2BF2F82A-C12E-40A9-8919-3DB39106A708}" type="sibTrans" cxnId="{41FDB6F9-A72D-446E-972C-9C73D3CECE1F}">
      <dgm:prSet/>
      <dgm:spPr/>
      <dgm:t>
        <a:bodyPr/>
        <a:lstStyle/>
        <a:p>
          <a:endParaRPr lang="en-US" b="1"/>
        </a:p>
      </dgm:t>
    </dgm:pt>
    <dgm:pt modelId="{00602DFB-D0A1-4185-9D56-6549414FC0FF}">
      <dgm:prSet/>
      <dgm:spPr/>
      <dgm:t>
        <a:bodyPr/>
        <a:lstStyle/>
        <a:p>
          <a:pPr algn="just"/>
          <a:r>
            <a:rPr lang="en-US" b="1" dirty="0"/>
            <a:t>Proses </a:t>
          </a:r>
          <a:r>
            <a:rPr lang="en-US" b="1" dirty="0" err="1"/>
            <a:t>ini</a:t>
          </a:r>
          <a:r>
            <a:rPr lang="en-US" b="1" dirty="0"/>
            <a:t> </a:t>
          </a:r>
          <a:r>
            <a:rPr lang="en-US" b="1" dirty="0" err="1"/>
            <a:t>mencakup</a:t>
          </a:r>
          <a:r>
            <a:rPr lang="en-US" b="1" dirty="0"/>
            <a:t> </a:t>
          </a:r>
          <a:r>
            <a:rPr lang="en-US" b="1" dirty="0" err="1"/>
            <a:t>pengelolaan</a:t>
          </a:r>
          <a:r>
            <a:rPr lang="en-US" b="1" dirty="0"/>
            <a:t> </a:t>
          </a:r>
          <a:r>
            <a:rPr lang="en-US" b="1" dirty="0" err="1"/>
            <a:t>permintaan</a:t>
          </a:r>
          <a:r>
            <a:rPr lang="en-US" b="1" dirty="0"/>
            <a:t> </a:t>
          </a:r>
          <a:r>
            <a:rPr lang="en-US" b="1" dirty="0" err="1"/>
            <a:t>layanan</a:t>
          </a:r>
          <a:r>
            <a:rPr lang="en-US" b="1" dirty="0"/>
            <a:t> dan </a:t>
          </a:r>
          <a:r>
            <a:rPr lang="en-US" b="1" dirty="0" err="1"/>
            <a:t>insiden</a:t>
          </a:r>
          <a:r>
            <a:rPr lang="en-US" b="1" dirty="0"/>
            <a:t> </a:t>
          </a:r>
          <a:r>
            <a:rPr lang="en-US" b="1" dirty="0" err="1"/>
            <a:t>untuk</a:t>
          </a:r>
          <a:r>
            <a:rPr lang="en-US" b="1" dirty="0"/>
            <a:t> </a:t>
          </a:r>
          <a:r>
            <a:rPr lang="en-US" b="1" dirty="0" err="1"/>
            <a:t>memastikan</a:t>
          </a:r>
          <a:r>
            <a:rPr lang="en-US" b="1" dirty="0"/>
            <a:t> </a:t>
          </a:r>
          <a:r>
            <a:rPr lang="en-US" b="1" dirty="0" err="1"/>
            <a:t>bahwa</a:t>
          </a:r>
          <a:r>
            <a:rPr lang="en-US" b="1" dirty="0"/>
            <a:t> </a:t>
          </a:r>
          <a:r>
            <a:rPr lang="en-US" b="1" dirty="0" err="1"/>
            <a:t>mereka</a:t>
          </a:r>
          <a:r>
            <a:rPr lang="en-US" b="1" dirty="0"/>
            <a:t> </a:t>
          </a:r>
          <a:r>
            <a:rPr lang="en-US" b="1" dirty="0" err="1"/>
            <a:t>diselesaikan</a:t>
          </a:r>
          <a:r>
            <a:rPr lang="en-US" b="1" dirty="0"/>
            <a:t> </a:t>
          </a:r>
          <a:r>
            <a:rPr lang="en-US" b="1" dirty="0" err="1"/>
            <a:t>tepat</a:t>
          </a:r>
          <a:r>
            <a:rPr lang="en-US" b="1" dirty="0"/>
            <a:t> </a:t>
          </a:r>
          <a:r>
            <a:rPr lang="en-US" b="1" dirty="0" err="1"/>
            <a:t>waktu</a:t>
          </a:r>
          <a:r>
            <a:rPr lang="en-US" b="1" dirty="0"/>
            <a:t> dan </a:t>
          </a:r>
          <a:r>
            <a:rPr lang="en-US" b="1" dirty="0" err="1"/>
            <a:t>memuaskan</a:t>
          </a:r>
          <a:r>
            <a:rPr lang="en-US" b="1" dirty="0"/>
            <a:t>. </a:t>
          </a:r>
        </a:p>
      </dgm:t>
    </dgm:pt>
    <dgm:pt modelId="{8F853305-EEF6-4AD7-AD31-E17164EF69A1}" type="parTrans" cxnId="{AB7C4215-EAC7-4AAD-94E4-D0E18154C68B}">
      <dgm:prSet/>
      <dgm:spPr/>
      <dgm:t>
        <a:bodyPr/>
        <a:lstStyle/>
        <a:p>
          <a:endParaRPr lang="en-US" b="1"/>
        </a:p>
      </dgm:t>
    </dgm:pt>
    <dgm:pt modelId="{E58D3FA9-4A44-46F4-A064-F7D8697CD84D}" type="sibTrans" cxnId="{AB7C4215-EAC7-4AAD-94E4-D0E18154C68B}">
      <dgm:prSet/>
      <dgm:spPr/>
      <dgm:t>
        <a:bodyPr/>
        <a:lstStyle/>
        <a:p>
          <a:endParaRPr lang="en-US" b="1"/>
        </a:p>
      </dgm:t>
    </dgm:pt>
    <dgm:pt modelId="{7B8B8A07-6E69-4E50-ACAC-76D7D0E0E9BF}">
      <dgm:prSet/>
      <dgm:spPr/>
      <dgm:t>
        <a:bodyPr/>
        <a:lstStyle/>
        <a:p>
          <a:pPr algn="just"/>
          <a:r>
            <a:rPr lang="en-US" b="1" dirty="0" err="1"/>
            <a:t>Tujuan</a:t>
          </a:r>
          <a:r>
            <a:rPr lang="en-US" b="1" dirty="0"/>
            <a:t> </a:t>
          </a:r>
          <a:r>
            <a:rPr lang="en-US" b="1" dirty="0" err="1"/>
            <a:t>utamanya</a:t>
          </a:r>
          <a:r>
            <a:rPr lang="en-US" b="1" dirty="0"/>
            <a:t> </a:t>
          </a:r>
          <a:r>
            <a:rPr lang="en-US" b="1" dirty="0" err="1"/>
            <a:t>adalah</a:t>
          </a:r>
          <a:r>
            <a:rPr lang="en-US" b="1" dirty="0"/>
            <a:t> </a:t>
          </a:r>
          <a:r>
            <a:rPr lang="en-US" b="1" dirty="0" err="1"/>
            <a:t>untuk</a:t>
          </a:r>
          <a:r>
            <a:rPr lang="en-US" b="1" dirty="0"/>
            <a:t> </a:t>
          </a:r>
          <a:r>
            <a:rPr lang="en-US" b="1" dirty="0" err="1"/>
            <a:t>meminimalkan</a:t>
          </a:r>
          <a:r>
            <a:rPr lang="en-US" b="1" dirty="0"/>
            <a:t> </a:t>
          </a:r>
          <a:r>
            <a:rPr lang="en-US" b="1" dirty="0" err="1"/>
            <a:t>dampak</a:t>
          </a:r>
          <a:r>
            <a:rPr lang="en-US" b="1" dirty="0"/>
            <a:t> </a:t>
          </a:r>
          <a:r>
            <a:rPr lang="en-US" b="1" dirty="0" err="1"/>
            <a:t>insiden</a:t>
          </a:r>
          <a:r>
            <a:rPr lang="en-US" b="1" dirty="0"/>
            <a:t> pada </a:t>
          </a:r>
          <a:r>
            <a:rPr lang="en-US" b="1" dirty="0" err="1"/>
            <a:t>operasi</a:t>
          </a:r>
          <a:r>
            <a:rPr lang="en-US" b="1" dirty="0"/>
            <a:t> </a:t>
          </a:r>
          <a:r>
            <a:rPr lang="en-US" b="1" dirty="0" err="1"/>
            <a:t>bisnis</a:t>
          </a:r>
          <a:r>
            <a:rPr lang="en-US" b="1" dirty="0"/>
            <a:t> dan </a:t>
          </a:r>
          <a:r>
            <a:rPr lang="en-US" b="1" dirty="0" err="1"/>
            <a:t>meningkatkan</a:t>
          </a:r>
          <a:r>
            <a:rPr lang="en-US" b="1" dirty="0"/>
            <a:t> </a:t>
          </a:r>
          <a:r>
            <a:rPr lang="en-US" b="1" dirty="0" err="1"/>
            <a:t>kepuasan</a:t>
          </a:r>
          <a:r>
            <a:rPr lang="en-US" b="1" dirty="0"/>
            <a:t> </a:t>
          </a:r>
          <a:r>
            <a:rPr lang="en-US" b="1" dirty="0" err="1"/>
            <a:t>pengguna</a:t>
          </a:r>
          <a:r>
            <a:rPr lang="en-US" b="1" dirty="0"/>
            <a:t> </a:t>
          </a:r>
          <a:r>
            <a:rPr lang="en-US" b="1" dirty="0" err="1"/>
            <a:t>melalui</a:t>
          </a:r>
          <a:r>
            <a:rPr lang="en-US" b="1" dirty="0"/>
            <a:t> </a:t>
          </a:r>
          <a:r>
            <a:rPr lang="en-US" b="1" dirty="0" err="1"/>
            <a:t>respons</a:t>
          </a:r>
          <a:r>
            <a:rPr lang="en-US" b="1" dirty="0"/>
            <a:t> yang </a:t>
          </a:r>
          <a:r>
            <a:rPr lang="en-US" b="1" dirty="0" err="1"/>
            <a:t>cepat</a:t>
          </a:r>
          <a:r>
            <a:rPr lang="en-US" b="1" dirty="0"/>
            <a:t> dan </a:t>
          </a:r>
          <a:r>
            <a:rPr lang="en-US" b="1" dirty="0" err="1"/>
            <a:t>efektif</a:t>
          </a:r>
          <a:r>
            <a:rPr lang="en-US" b="1" dirty="0"/>
            <a:t>.</a:t>
          </a:r>
        </a:p>
      </dgm:t>
    </dgm:pt>
    <dgm:pt modelId="{6AFF37E5-9583-463F-A36C-CE59EA09AAC8}" type="parTrans" cxnId="{39DB8431-BA64-41EF-A4A6-7C4EF286C740}">
      <dgm:prSet/>
      <dgm:spPr/>
      <dgm:t>
        <a:bodyPr/>
        <a:lstStyle/>
        <a:p>
          <a:endParaRPr lang="en-US" b="1"/>
        </a:p>
      </dgm:t>
    </dgm:pt>
    <dgm:pt modelId="{8863F14A-529C-4B10-ACE0-F0ED756E8EC3}" type="sibTrans" cxnId="{39DB8431-BA64-41EF-A4A6-7C4EF286C740}">
      <dgm:prSet/>
      <dgm:spPr/>
      <dgm:t>
        <a:bodyPr/>
        <a:lstStyle/>
        <a:p>
          <a:endParaRPr lang="en-US" b="1"/>
        </a:p>
      </dgm:t>
    </dgm:pt>
    <dgm:pt modelId="{FACC48DC-709E-47C7-9055-F6514FF4CEFF}" type="pres">
      <dgm:prSet presAssocID="{2299D6D0-5C7E-41B0-861B-43D5EE693171}" presName="linear" presStyleCnt="0">
        <dgm:presLayoutVars>
          <dgm:dir/>
          <dgm:animLvl val="lvl"/>
          <dgm:resizeHandles val="exact"/>
        </dgm:presLayoutVars>
      </dgm:prSet>
      <dgm:spPr/>
    </dgm:pt>
    <dgm:pt modelId="{3CA4327F-FB9D-449E-87A6-D7EA787886AC}" type="pres">
      <dgm:prSet presAssocID="{DCF9EA2F-FB27-4A79-84DD-971BC2405FE1}" presName="parentLin" presStyleCnt="0"/>
      <dgm:spPr/>
    </dgm:pt>
    <dgm:pt modelId="{2C55E1E9-668D-4DC2-9B72-DB80851104EE}" type="pres">
      <dgm:prSet presAssocID="{DCF9EA2F-FB27-4A79-84DD-971BC2405FE1}" presName="parentLeftMargin" presStyleLbl="node1" presStyleIdx="0" presStyleCnt="1"/>
      <dgm:spPr/>
    </dgm:pt>
    <dgm:pt modelId="{8F6183F7-EE73-4A5D-911D-100553E652EF}" type="pres">
      <dgm:prSet presAssocID="{DCF9EA2F-FB27-4A79-84DD-971BC2405FE1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D07ECF9F-266C-4101-B916-77E1866932DA}" type="pres">
      <dgm:prSet presAssocID="{DCF9EA2F-FB27-4A79-84DD-971BC2405FE1}" presName="negativeSpace" presStyleCnt="0"/>
      <dgm:spPr/>
    </dgm:pt>
    <dgm:pt modelId="{9E6EA102-87A8-40D7-807E-46B0A1FE2859}" type="pres">
      <dgm:prSet presAssocID="{DCF9EA2F-FB27-4A79-84DD-971BC2405FE1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C06BA006-D3DD-414D-9198-24DE733DAA72}" type="presOf" srcId="{7B8B8A07-6E69-4E50-ACAC-76D7D0E0E9BF}" destId="{9E6EA102-87A8-40D7-807E-46B0A1FE2859}" srcOrd="0" destOrd="1" presId="urn:microsoft.com/office/officeart/2005/8/layout/list1"/>
    <dgm:cxn modelId="{49733D09-6A70-4E93-B01C-3A243FA42C31}" type="presOf" srcId="{00602DFB-D0A1-4185-9D56-6549414FC0FF}" destId="{9E6EA102-87A8-40D7-807E-46B0A1FE2859}" srcOrd="0" destOrd="0" presId="urn:microsoft.com/office/officeart/2005/8/layout/list1"/>
    <dgm:cxn modelId="{AB7C4215-EAC7-4AAD-94E4-D0E18154C68B}" srcId="{DCF9EA2F-FB27-4A79-84DD-971BC2405FE1}" destId="{00602DFB-D0A1-4185-9D56-6549414FC0FF}" srcOrd="0" destOrd="0" parTransId="{8F853305-EEF6-4AD7-AD31-E17164EF69A1}" sibTransId="{E58D3FA9-4A44-46F4-A064-F7D8697CD84D}"/>
    <dgm:cxn modelId="{39DB8431-BA64-41EF-A4A6-7C4EF286C740}" srcId="{DCF9EA2F-FB27-4A79-84DD-971BC2405FE1}" destId="{7B8B8A07-6E69-4E50-ACAC-76D7D0E0E9BF}" srcOrd="1" destOrd="0" parTransId="{6AFF37E5-9583-463F-A36C-CE59EA09AAC8}" sibTransId="{8863F14A-529C-4B10-ACE0-F0ED756E8EC3}"/>
    <dgm:cxn modelId="{AAB45062-7EBC-4AC9-A69F-FB4A116D4852}" type="presOf" srcId="{DCF9EA2F-FB27-4A79-84DD-971BC2405FE1}" destId="{2C55E1E9-668D-4DC2-9B72-DB80851104EE}" srcOrd="0" destOrd="0" presId="urn:microsoft.com/office/officeart/2005/8/layout/list1"/>
    <dgm:cxn modelId="{CE4C5CC5-685C-4D56-8076-DF1D796BE930}" type="presOf" srcId="{2299D6D0-5C7E-41B0-861B-43D5EE693171}" destId="{FACC48DC-709E-47C7-9055-F6514FF4CEFF}" srcOrd="0" destOrd="0" presId="urn:microsoft.com/office/officeart/2005/8/layout/list1"/>
    <dgm:cxn modelId="{41FDB6F9-A72D-446E-972C-9C73D3CECE1F}" srcId="{2299D6D0-5C7E-41B0-861B-43D5EE693171}" destId="{DCF9EA2F-FB27-4A79-84DD-971BC2405FE1}" srcOrd="0" destOrd="0" parTransId="{DD56C901-6FD8-42AD-BAE7-C41A9C2B1234}" sibTransId="{2BF2F82A-C12E-40A9-8919-3DB39106A708}"/>
    <dgm:cxn modelId="{4C62F6FC-1195-42E0-BBC0-F946C5314831}" type="presOf" srcId="{DCF9EA2F-FB27-4A79-84DD-971BC2405FE1}" destId="{8F6183F7-EE73-4A5D-911D-100553E652EF}" srcOrd="1" destOrd="0" presId="urn:microsoft.com/office/officeart/2005/8/layout/list1"/>
    <dgm:cxn modelId="{619CB49F-EE03-444F-823F-7C74936A70CA}" type="presParOf" srcId="{FACC48DC-709E-47C7-9055-F6514FF4CEFF}" destId="{3CA4327F-FB9D-449E-87A6-D7EA787886AC}" srcOrd="0" destOrd="0" presId="urn:microsoft.com/office/officeart/2005/8/layout/list1"/>
    <dgm:cxn modelId="{8D07DC16-3C82-43C6-82BA-5D6E5921B431}" type="presParOf" srcId="{3CA4327F-FB9D-449E-87A6-D7EA787886AC}" destId="{2C55E1E9-668D-4DC2-9B72-DB80851104EE}" srcOrd="0" destOrd="0" presId="urn:microsoft.com/office/officeart/2005/8/layout/list1"/>
    <dgm:cxn modelId="{C3C72889-373C-4EFB-B174-F981BDEA63EC}" type="presParOf" srcId="{3CA4327F-FB9D-449E-87A6-D7EA787886AC}" destId="{8F6183F7-EE73-4A5D-911D-100553E652EF}" srcOrd="1" destOrd="0" presId="urn:microsoft.com/office/officeart/2005/8/layout/list1"/>
    <dgm:cxn modelId="{D582564A-D286-4A0A-9C66-E9566B22AF41}" type="presParOf" srcId="{FACC48DC-709E-47C7-9055-F6514FF4CEFF}" destId="{D07ECF9F-266C-4101-B916-77E1866932DA}" srcOrd="1" destOrd="0" presId="urn:microsoft.com/office/officeart/2005/8/layout/list1"/>
    <dgm:cxn modelId="{D0528E94-AFF6-4E9B-AAA6-67C838653288}" type="presParOf" srcId="{FACC48DC-709E-47C7-9055-F6514FF4CEFF}" destId="{9E6EA102-87A8-40D7-807E-46B0A1FE2859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2299D6D0-5C7E-41B0-861B-43D5EE693171}" type="doc">
      <dgm:prSet loTypeId="urn:microsoft.com/office/officeart/2005/8/layout/list1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7B8B8A07-6E69-4E50-ACAC-76D7D0E0E9BF}">
      <dgm:prSet/>
      <dgm:spPr/>
      <dgm:t>
        <a:bodyPr/>
        <a:lstStyle/>
        <a:p>
          <a:pPr algn="just"/>
          <a:r>
            <a:rPr lang="en-US" b="1" dirty="0" err="1"/>
            <a:t>Kegiatan</a:t>
          </a:r>
          <a:r>
            <a:rPr lang="en-US" b="1" dirty="0"/>
            <a:t> Utama:</a:t>
          </a:r>
        </a:p>
      </dgm:t>
    </dgm:pt>
    <dgm:pt modelId="{6AFF37E5-9583-463F-A36C-CE59EA09AAC8}" type="parTrans" cxnId="{39DB8431-BA64-41EF-A4A6-7C4EF286C740}">
      <dgm:prSet/>
      <dgm:spPr/>
      <dgm:t>
        <a:bodyPr/>
        <a:lstStyle/>
        <a:p>
          <a:pPr algn="just"/>
          <a:endParaRPr lang="en-US" b="1"/>
        </a:p>
      </dgm:t>
    </dgm:pt>
    <dgm:pt modelId="{8863F14A-529C-4B10-ACE0-F0ED756E8EC3}" type="sibTrans" cxnId="{39DB8431-BA64-41EF-A4A6-7C4EF286C740}">
      <dgm:prSet/>
      <dgm:spPr/>
      <dgm:t>
        <a:bodyPr/>
        <a:lstStyle/>
        <a:p>
          <a:pPr algn="just"/>
          <a:endParaRPr lang="en-US" b="1"/>
        </a:p>
      </dgm:t>
    </dgm:pt>
    <dgm:pt modelId="{7147C6F4-46DF-4489-9E4E-7B4FB2BDCA64}">
      <dgm:prSet/>
      <dgm:spPr/>
      <dgm:t>
        <a:bodyPr/>
        <a:lstStyle/>
        <a:p>
          <a:pPr algn="just">
            <a:buFont typeface="+mj-lt"/>
            <a:buAutoNum type="arabicPeriod"/>
          </a:pPr>
          <a:r>
            <a:rPr lang="it-IT" b="1" dirty="0">
              <a:solidFill>
                <a:srgbClr val="FF0000"/>
              </a:solidFill>
            </a:rPr>
            <a:t>Menerima dan Mengelola Permintaan Layanan dan Insiden:</a:t>
          </a:r>
          <a:endParaRPr lang="en-US" b="1" dirty="0">
            <a:solidFill>
              <a:srgbClr val="FF0000"/>
            </a:solidFill>
          </a:endParaRPr>
        </a:p>
      </dgm:t>
    </dgm:pt>
    <dgm:pt modelId="{B0A74BFF-9E13-4216-B5EF-68A336371F3C}" type="parTrans" cxnId="{CE3A446C-FE1F-4B8F-9D46-D36648CA1A77}">
      <dgm:prSet/>
      <dgm:spPr/>
      <dgm:t>
        <a:bodyPr/>
        <a:lstStyle/>
        <a:p>
          <a:pPr algn="just"/>
          <a:endParaRPr lang="en-US" b="1"/>
        </a:p>
      </dgm:t>
    </dgm:pt>
    <dgm:pt modelId="{761A8DD3-B1CD-4E20-B33A-97D1CCD7818B}" type="sibTrans" cxnId="{CE3A446C-FE1F-4B8F-9D46-D36648CA1A77}">
      <dgm:prSet/>
      <dgm:spPr/>
      <dgm:t>
        <a:bodyPr/>
        <a:lstStyle/>
        <a:p>
          <a:pPr algn="just"/>
          <a:endParaRPr lang="en-US" b="1"/>
        </a:p>
      </dgm:t>
    </dgm:pt>
    <dgm:pt modelId="{6235FA28-EBA5-4568-A004-A8F8F63B8661}">
      <dgm:prSet/>
      <dgm:spPr/>
      <dgm:t>
        <a:bodyPr/>
        <a:lstStyle/>
        <a:p>
          <a:pPr algn="just">
            <a:buSzPts val="1000"/>
            <a:buFont typeface="Courier New" panose="02070309020205020404" pitchFamily="49" charset="0"/>
            <a:buChar char="o"/>
          </a:pPr>
          <a:r>
            <a:rPr lang="it-IT" b="1" dirty="0"/>
            <a:t>Mengembangkan saluran komunikasi yang jelas bagi pengguna untuk melaporkan insiden dan permintaan layanan.</a:t>
          </a:r>
          <a:endParaRPr lang="en-US" b="1" dirty="0"/>
        </a:p>
      </dgm:t>
    </dgm:pt>
    <dgm:pt modelId="{A6C349DC-0DB8-49BA-AAC8-B8C3F0131DC6}" type="parTrans" cxnId="{6A0271DA-7F5A-428A-B17A-A099BFB3B3F1}">
      <dgm:prSet/>
      <dgm:spPr/>
      <dgm:t>
        <a:bodyPr/>
        <a:lstStyle/>
        <a:p>
          <a:pPr algn="just"/>
          <a:endParaRPr lang="en-US" b="1"/>
        </a:p>
      </dgm:t>
    </dgm:pt>
    <dgm:pt modelId="{D9AAC945-4001-4DC9-AF29-81167888B80C}" type="sibTrans" cxnId="{6A0271DA-7F5A-428A-B17A-A099BFB3B3F1}">
      <dgm:prSet/>
      <dgm:spPr/>
      <dgm:t>
        <a:bodyPr/>
        <a:lstStyle/>
        <a:p>
          <a:pPr algn="just"/>
          <a:endParaRPr lang="en-US" b="1"/>
        </a:p>
      </dgm:t>
    </dgm:pt>
    <dgm:pt modelId="{F460EBAB-2820-4DE5-A903-09D4E03340EB}">
      <dgm:prSet/>
      <dgm:spPr/>
      <dgm:t>
        <a:bodyPr/>
        <a:lstStyle/>
        <a:p>
          <a:pPr algn="just">
            <a:buSzPts val="1000"/>
            <a:buFont typeface="Courier New" panose="02070309020205020404" pitchFamily="49" charset="0"/>
            <a:buChar char="o"/>
          </a:pPr>
          <a:r>
            <a:rPr lang="en-US" b="1"/>
            <a:t>Menetapkan mekanisme pencatatan dan pelacakan untuk setiap insiden dan permintaan layanan yang masuk.</a:t>
          </a:r>
        </a:p>
      </dgm:t>
    </dgm:pt>
    <dgm:pt modelId="{7AD3A9DF-DAB2-47DE-91E6-6D5C24517C0B}" type="parTrans" cxnId="{EF7A63E9-6E99-4B26-8278-B35E11D9BF21}">
      <dgm:prSet/>
      <dgm:spPr/>
      <dgm:t>
        <a:bodyPr/>
        <a:lstStyle/>
        <a:p>
          <a:pPr algn="just"/>
          <a:endParaRPr lang="en-US" b="1"/>
        </a:p>
      </dgm:t>
    </dgm:pt>
    <dgm:pt modelId="{776375F1-8F36-42A1-BFF9-4B22BDA632F8}" type="sibTrans" cxnId="{EF7A63E9-6E99-4B26-8278-B35E11D9BF21}">
      <dgm:prSet/>
      <dgm:spPr/>
      <dgm:t>
        <a:bodyPr/>
        <a:lstStyle/>
        <a:p>
          <a:pPr algn="just"/>
          <a:endParaRPr lang="en-US" b="1"/>
        </a:p>
      </dgm:t>
    </dgm:pt>
    <dgm:pt modelId="{FACC48DC-709E-47C7-9055-F6514FF4CEFF}" type="pres">
      <dgm:prSet presAssocID="{2299D6D0-5C7E-41B0-861B-43D5EE693171}" presName="linear" presStyleCnt="0">
        <dgm:presLayoutVars>
          <dgm:dir/>
          <dgm:animLvl val="lvl"/>
          <dgm:resizeHandles val="exact"/>
        </dgm:presLayoutVars>
      </dgm:prSet>
      <dgm:spPr/>
    </dgm:pt>
    <dgm:pt modelId="{C7A0C85F-D8FC-4DE5-830C-347DED83FE40}" type="pres">
      <dgm:prSet presAssocID="{7B8B8A07-6E69-4E50-ACAC-76D7D0E0E9BF}" presName="parentLin" presStyleCnt="0"/>
      <dgm:spPr/>
    </dgm:pt>
    <dgm:pt modelId="{ED9722A0-4E8C-4AD1-9B91-0AD66F7CF3C1}" type="pres">
      <dgm:prSet presAssocID="{7B8B8A07-6E69-4E50-ACAC-76D7D0E0E9BF}" presName="parentLeftMargin" presStyleLbl="node1" presStyleIdx="0" presStyleCnt="1"/>
      <dgm:spPr/>
    </dgm:pt>
    <dgm:pt modelId="{A5BE01FE-C98C-425B-9CCA-CF8391678523}" type="pres">
      <dgm:prSet presAssocID="{7B8B8A07-6E69-4E50-ACAC-76D7D0E0E9BF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9DE3AAAC-A276-467B-9B7C-AD3866DF917D}" type="pres">
      <dgm:prSet presAssocID="{7B8B8A07-6E69-4E50-ACAC-76D7D0E0E9BF}" presName="negativeSpace" presStyleCnt="0"/>
      <dgm:spPr/>
    </dgm:pt>
    <dgm:pt modelId="{0EBFDE04-A59C-4DC8-9965-7AC7E780B99D}" type="pres">
      <dgm:prSet presAssocID="{7B8B8A07-6E69-4E50-ACAC-76D7D0E0E9BF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39DB8431-BA64-41EF-A4A6-7C4EF286C740}" srcId="{2299D6D0-5C7E-41B0-861B-43D5EE693171}" destId="{7B8B8A07-6E69-4E50-ACAC-76D7D0E0E9BF}" srcOrd="0" destOrd="0" parTransId="{6AFF37E5-9583-463F-A36C-CE59EA09AAC8}" sibTransId="{8863F14A-529C-4B10-ACE0-F0ED756E8EC3}"/>
    <dgm:cxn modelId="{C96C823C-62E2-4EC5-94F5-A3E666C72E54}" type="presOf" srcId="{7B8B8A07-6E69-4E50-ACAC-76D7D0E0E9BF}" destId="{ED9722A0-4E8C-4AD1-9B91-0AD66F7CF3C1}" srcOrd="0" destOrd="0" presId="urn:microsoft.com/office/officeart/2005/8/layout/list1"/>
    <dgm:cxn modelId="{CE3A446C-FE1F-4B8F-9D46-D36648CA1A77}" srcId="{7B8B8A07-6E69-4E50-ACAC-76D7D0E0E9BF}" destId="{7147C6F4-46DF-4489-9E4E-7B4FB2BDCA64}" srcOrd="0" destOrd="0" parTransId="{B0A74BFF-9E13-4216-B5EF-68A336371F3C}" sibTransId="{761A8DD3-B1CD-4E20-B33A-97D1CCD7818B}"/>
    <dgm:cxn modelId="{D339066D-5A12-476D-9EDE-4DB23E68FEBC}" type="presOf" srcId="{F460EBAB-2820-4DE5-A903-09D4E03340EB}" destId="{0EBFDE04-A59C-4DC8-9965-7AC7E780B99D}" srcOrd="0" destOrd="2" presId="urn:microsoft.com/office/officeart/2005/8/layout/list1"/>
    <dgm:cxn modelId="{DFD14E4E-F11F-4087-AF94-1DC778207F44}" type="presOf" srcId="{7147C6F4-46DF-4489-9E4E-7B4FB2BDCA64}" destId="{0EBFDE04-A59C-4DC8-9965-7AC7E780B99D}" srcOrd="0" destOrd="0" presId="urn:microsoft.com/office/officeart/2005/8/layout/list1"/>
    <dgm:cxn modelId="{813AD857-B6F8-4FCB-9E3A-C830F120DEB3}" type="presOf" srcId="{7B8B8A07-6E69-4E50-ACAC-76D7D0E0E9BF}" destId="{A5BE01FE-C98C-425B-9CCA-CF8391678523}" srcOrd="1" destOrd="0" presId="urn:microsoft.com/office/officeart/2005/8/layout/list1"/>
    <dgm:cxn modelId="{CE4C5CC5-685C-4D56-8076-DF1D796BE930}" type="presOf" srcId="{2299D6D0-5C7E-41B0-861B-43D5EE693171}" destId="{FACC48DC-709E-47C7-9055-F6514FF4CEFF}" srcOrd="0" destOrd="0" presId="urn:microsoft.com/office/officeart/2005/8/layout/list1"/>
    <dgm:cxn modelId="{6A0271DA-7F5A-428A-B17A-A099BFB3B3F1}" srcId="{7147C6F4-46DF-4489-9E4E-7B4FB2BDCA64}" destId="{6235FA28-EBA5-4568-A004-A8F8F63B8661}" srcOrd="0" destOrd="0" parTransId="{A6C349DC-0DB8-49BA-AAC8-B8C3F0131DC6}" sibTransId="{D9AAC945-4001-4DC9-AF29-81167888B80C}"/>
    <dgm:cxn modelId="{EF7A63E9-6E99-4B26-8278-B35E11D9BF21}" srcId="{7147C6F4-46DF-4489-9E4E-7B4FB2BDCA64}" destId="{F460EBAB-2820-4DE5-A903-09D4E03340EB}" srcOrd="1" destOrd="0" parTransId="{7AD3A9DF-DAB2-47DE-91E6-6D5C24517C0B}" sibTransId="{776375F1-8F36-42A1-BFF9-4B22BDA632F8}"/>
    <dgm:cxn modelId="{27B594F9-6958-408F-8B42-FE6543816D9F}" type="presOf" srcId="{6235FA28-EBA5-4568-A004-A8F8F63B8661}" destId="{0EBFDE04-A59C-4DC8-9965-7AC7E780B99D}" srcOrd="0" destOrd="1" presId="urn:microsoft.com/office/officeart/2005/8/layout/list1"/>
    <dgm:cxn modelId="{3EB3705A-C378-4764-AA04-5AB9A2005B8E}" type="presParOf" srcId="{FACC48DC-709E-47C7-9055-F6514FF4CEFF}" destId="{C7A0C85F-D8FC-4DE5-830C-347DED83FE40}" srcOrd="0" destOrd="0" presId="urn:microsoft.com/office/officeart/2005/8/layout/list1"/>
    <dgm:cxn modelId="{96115AA6-B1C4-4DD7-A135-63B3B3E06C07}" type="presParOf" srcId="{C7A0C85F-D8FC-4DE5-830C-347DED83FE40}" destId="{ED9722A0-4E8C-4AD1-9B91-0AD66F7CF3C1}" srcOrd="0" destOrd="0" presId="urn:microsoft.com/office/officeart/2005/8/layout/list1"/>
    <dgm:cxn modelId="{EC95F910-974F-4C76-B6F2-724EB913B043}" type="presParOf" srcId="{C7A0C85F-D8FC-4DE5-830C-347DED83FE40}" destId="{A5BE01FE-C98C-425B-9CCA-CF8391678523}" srcOrd="1" destOrd="0" presId="urn:microsoft.com/office/officeart/2005/8/layout/list1"/>
    <dgm:cxn modelId="{67043BA3-486D-4758-9BBE-AE713ED755FA}" type="presParOf" srcId="{FACC48DC-709E-47C7-9055-F6514FF4CEFF}" destId="{9DE3AAAC-A276-467B-9B7C-AD3866DF917D}" srcOrd="1" destOrd="0" presId="urn:microsoft.com/office/officeart/2005/8/layout/list1"/>
    <dgm:cxn modelId="{419B6303-FF39-424B-B42B-B65BF4B4840A}" type="presParOf" srcId="{FACC48DC-709E-47C7-9055-F6514FF4CEFF}" destId="{0EBFDE04-A59C-4DC8-9965-7AC7E780B99D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2299D6D0-5C7E-41B0-861B-43D5EE693171}" type="doc">
      <dgm:prSet loTypeId="urn:microsoft.com/office/officeart/2005/8/layout/list1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7B8B8A07-6E69-4E50-ACAC-76D7D0E0E9BF}">
      <dgm:prSet/>
      <dgm:spPr/>
      <dgm:t>
        <a:bodyPr/>
        <a:lstStyle/>
        <a:p>
          <a:pPr algn="just"/>
          <a:r>
            <a:rPr lang="en-US" b="1"/>
            <a:t>Kegiatan Utama:</a:t>
          </a:r>
          <a:endParaRPr lang="en-US" b="1" dirty="0"/>
        </a:p>
      </dgm:t>
    </dgm:pt>
    <dgm:pt modelId="{6AFF37E5-9583-463F-A36C-CE59EA09AAC8}" type="parTrans" cxnId="{39DB8431-BA64-41EF-A4A6-7C4EF286C740}">
      <dgm:prSet/>
      <dgm:spPr/>
      <dgm:t>
        <a:bodyPr/>
        <a:lstStyle/>
        <a:p>
          <a:pPr algn="just"/>
          <a:endParaRPr lang="en-US" b="1"/>
        </a:p>
      </dgm:t>
    </dgm:pt>
    <dgm:pt modelId="{8863F14A-529C-4B10-ACE0-F0ED756E8EC3}" type="sibTrans" cxnId="{39DB8431-BA64-41EF-A4A6-7C4EF286C740}">
      <dgm:prSet/>
      <dgm:spPr/>
      <dgm:t>
        <a:bodyPr/>
        <a:lstStyle/>
        <a:p>
          <a:pPr algn="just"/>
          <a:endParaRPr lang="en-US" b="1"/>
        </a:p>
      </dgm:t>
    </dgm:pt>
    <dgm:pt modelId="{7147C6F4-46DF-4489-9E4E-7B4FB2BDCA64}">
      <dgm:prSet/>
      <dgm:spPr/>
      <dgm:t>
        <a:bodyPr/>
        <a:lstStyle/>
        <a:p>
          <a:pPr algn="just">
            <a:buFont typeface="+mj-lt"/>
            <a:buAutoNum type="arabicPeriod" startAt="2"/>
          </a:pPr>
          <a:r>
            <a:rPr lang="en-US" b="1" dirty="0" err="1"/>
            <a:t>Klasifikasi</a:t>
          </a:r>
          <a:r>
            <a:rPr lang="en-US" b="1" dirty="0"/>
            <a:t> dan </a:t>
          </a:r>
          <a:r>
            <a:rPr lang="en-US" b="1" dirty="0" err="1"/>
            <a:t>Prioritasi</a:t>
          </a:r>
          <a:r>
            <a:rPr lang="en-US" b="1" dirty="0"/>
            <a:t>:</a:t>
          </a:r>
          <a:endParaRPr lang="en-US" b="1" dirty="0">
            <a:solidFill>
              <a:srgbClr val="FF0000"/>
            </a:solidFill>
          </a:endParaRPr>
        </a:p>
      </dgm:t>
    </dgm:pt>
    <dgm:pt modelId="{B0A74BFF-9E13-4216-B5EF-68A336371F3C}" type="parTrans" cxnId="{CE3A446C-FE1F-4B8F-9D46-D36648CA1A77}">
      <dgm:prSet/>
      <dgm:spPr/>
      <dgm:t>
        <a:bodyPr/>
        <a:lstStyle/>
        <a:p>
          <a:pPr algn="just"/>
          <a:endParaRPr lang="en-US" b="1"/>
        </a:p>
      </dgm:t>
    </dgm:pt>
    <dgm:pt modelId="{761A8DD3-B1CD-4E20-B33A-97D1CCD7818B}" type="sibTrans" cxnId="{CE3A446C-FE1F-4B8F-9D46-D36648CA1A77}">
      <dgm:prSet/>
      <dgm:spPr/>
      <dgm:t>
        <a:bodyPr/>
        <a:lstStyle/>
        <a:p>
          <a:pPr algn="just"/>
          <a:endParaRPr lang="en-US" b="1"/>
        </a:p>
      </dgm:t>
    </dgm:pt>
    <dgm:pt modelId="{2C5E76EB-A7C5-4D43-867E-029399C39D4A}">
      <dgm:prSet/>
      <dgm:spPr/>
      <dgm:t>
        <a:bodyPr/>
        <a:lstStyle/>
        <a:p>
          <a:pPr algn="just">
            <a:buSzPts val="1000"/>
            <a:buFont typeface="Courier New" panose="02070309020205020404" pitchFamily="49" charset="0"/>
            <a:buChar char="o"/>
          </a:pPr>
          <a:r>
            <a:rPr lang="en-US"/>
            <a:t>Mengklasifikasikan insiden dan permintaan layanan berdasarkan tingkat keparahan dan urgensi.</a:t>
          </a:r>
        </a:p>
      </dgm:t>
    </dgm:pt>
    <dgm:pt modelId="{B95DFF80-2611-4825-9DCE-31542102F63F}" type="parTrans" cxnId="{0393EE7D-7E33-48A2-A43D-FE8AA1C68952}">
      <dgm:prSet/>
      <dgm:spPr/>
      <dgm:t>
        <a:bodyPr/>
        <a:lstStyle/>
        <a:p>
          <a:pPr algn="just"/>
          <a:endParaRPr lang="en-US"/>
        </a:p>
      </dgm:t>
    </dgm:pt>
    <dgm:pt modelId="{5E863E9E-5DC3-4927-B342-C7617B179C25}" type="sibTrans" cxnId="{0393EE7D-7E33-48A2-A43D-FE8AA1C68952}">
      <dgm:prSet/>
      <dgm:spPr/>
      <dgm:t>
        <a:bodyPr/>
        <a:lstStyle/>
        <a:p>
          <a:pPr algn="just"/>
          <a:endParaRPr lang="en-US"/>
        </a:p>
      </dgm:t>
    </dgm:pt>
    <dgm:pt modelId="{79D5D97D-B82E-414E-8354-3C4412E193DD}">
      <dgm:prSet/>
      <dgm:spPr/>
      <dgm:t>
        <a:bodyPr/>
        <a:lstStyle/>
        <a:p>
          <a:pPr algn="just">
            <a:buSzPts val="1000"/>
            <a:buFont typeface="Courier New" panose="02070309020205020404" pitchFamily="49" charset="0"/>
            <a:buChar char="o"/>
          </a:pPr>
          <a:r>
            <a:rPr lang="en-US"/>
            <a:t>Menetapkan prioritas penanganan untuk memastikan insiden kritis diselesaikan terlebih dahulu.</a:t>
          </a:r>
        </a:p>
      </dgm:t>
    </dgm:pt>
    <dgm:pt modelId="{19ACA3AA-1B7B-4334-9583-7CA8BE4B2049}" type="parTrans" cxnId="{82863B61-760E-4B77-B7AD-36BA653242B6}">
      <dgm:prSet/>
      <dgm:spPr/>
      <dgm:t>
        <a:bodyPr/>
        <a:lstStyle/>
        <a:p>
          <a:pPr algn="just"/>
          <a:endParaRPr lang="en-US"/>
        </a:p>
      </dgm:t>
    </dgm:pt>
    <dgm:pt modelId="{A2E18BB2-6A6B-4DFF-91C3-61F0BE1748FA}" type="sibTrans" cxnId="{82863B61-760E-4B77-B7AD-36BA653242B6}">
      <dgm:prSet/>
      <dgm:spPr/>
      <dgm:t>
        <a:bodyPr/>
        <a:lstStyle/>
        <a:p>
          <a:pPr algn="just"/>
          <a:endParaRPr lang="en-US"/>
        </a:p>
      </dgm:t>
    </dgm:pt>
    <dgm:pt modelId="{FACC48DC-709E-47C7-9055-F6514FF4CEFF}" type="pres">
      <dgm:prSet presAssocID="{2299D6D0-5C7E-41B0-861B-43D5EE693171}" presName="linear" presStyleCnt="0">
        <dgm:presLayoutVars>
          <dgm:dir/>
          <dgm:animLvl val="lvl"/>
          <dgm:resizeHandles val="exact"/>
        </dgm:presLayoutVars>
      </dgm:prSet>
      <dgm:spPr/>
    </dgm:pt>
    <dgm:pt modelId="{C7A0C85F-D8FC-4DE5-830C-347DED83FE40}" type="pres">
      <dgm:prSet presAssocID="{7B8B8A07-6E69-4E50-ACAC-76D7D0E0E9BF}" presName="parentLin" presStyleCnt="0"/>
      <dgm:spPr/>
    </dgm:pt>
    <dgm:pt modelId="{ED9722A0-4E8C-4AD1-9B91-0AD66F7CF3C1}" type="pres">
      <dgm:prSet presAssocID="{7B8B8A07-6E69-4E50-ACAC-76D7D0E0E9BF}" presName="parentLeftMargin" presStyleLbl="node1" presStyleIdx="0" presStyleCnt="1"/>
      <dgm:spPr/>
    </dgm:pt>
    <dgm:pt modelId="{A5BE01FE-C98C-425B-9CCA-CF8391678523}" type="pres">
      <dgm:prSet presAssocID="{7B8B8A07-6E69-4E50-ACAC-76D7D0E0E9BF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9DE3AAAC-A276-467B-9B7C-AD3866DF917D}" type="pres">
      <dgm:prSet presAssocID="{7B8B8A07-6E69-4E50-ACAC-76D7D0E0E9BF}" presName="negativeSpace" presStyleCnt="0"/>
      <dgm:spPr/>
    </dgm:pt>
    <dgm:pt modelId="{0EBFDE04-A59C-4DC8-9965-7AC7E780B99D}" type="pres">
      <dgm:prSet presAssocID="{7B8B8A07-6E69-4E50-ACAC-76D7D0E0E9BF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1EC97525-A2F5-4696-A3BE-CAA6F97EFA11}" type="presOf" srcId="{2C5E76EB-A7C5-4D43-867E-029399C39D4A}" destId="{0EBFDE04-A59C-4DC8-9965-7AC7E780B99D}" srcOrd="0" destOrd="1" presId="urn:microsoft.com/office/officeart/2005/8/layout/list1"/>
    <dgm:cxn modelId="{39DB8431-BA64-41EF-A4A6-7C4EF286C740}" srcId="{2299D6D0-5C7E-41B0-861B-43D5EE693171}" destId="{7B8B8A07-6E69-4E50-ACAC-76D7D0E0E9BF}" srcOrd="0" destOrd="0" parTransId="{6AFF37E5-9583-463F-A36C-CE59EA09AAC8}" sibTransId="{8863F14A-529C-4B10-ACE0-F0ED756E8EC3}"/>
    <dgm:cxn modelId="{C96C823C-62E2-4EC5-94F5-A3E666C72E54}" type="presOf" srcId="{7B8B8A07-6E69-4E50-ACAC-76D7D0E0E9BF}" destId="{ED9722A0-4E8C-4AD1-9B91-0AD66F7CF3C1}" srcOrd="0" destOrd="0" presId="urn:microsoft.com/office/officeart/2005/8/layout/list1"/>
    <dgm:cxn modelId="{82863B61-760E-4B77-B7AD-36BA653242B6}" srcId="{7147C6F4-46DF-4489-9E4E-7B4FB2BDCA64}" destId="{79D5D97D-B82E-414E-8354-3C4412E193DD}" srcOrd="1" destOrd="0" parTransId="{19ACA3AA-1B7B-4334-9583-7CA8BE4B2049}" sibTransId="{A2E18BB2-6A6B-4DFF-91C3-61F0BE1748FA}"/>
    <dgm:cxn modelId="{CE3A446C-FE1F-4B8F-9D46-D36648CA1A77}" srcId="{7B8B8A07-6E69-4E50-ACAC-76D7D0E0E9BF}" destId="{7147C6F4-46DF-4489-9E4E-7B4FB2BDCA64}" srcOrd="0" destOrd="0" parTransId="{B0A74BFF-9E13-4216-B5EF-68A336371F3C}" sibTransId="{761A8DD3-B1CD-4E20-B33A-97D1CCD7818B}"/>
    <dgm:cxn modelId="{DFD14E4E-F11F-4087-AF94-1DC778207F44}" type="presOf" srcId="{7147C6F4-46DF-4489-9E4E-7B4FB2BDCA64}" destId="{0EBFDE04-A59C-4DC8-9965-7AC7E780B99D}" srcOrd="0" destOrd="0" presId="urn:microsoft.com/office/officeart/2005/8/layout/list1"/>
    <dgm:cxn modelId="{90EF3B71-A3E7-4AF1-AD19-0A54657DEAA0}" type="presOf" srcId="{79D5D97D-B82E-414E-8354-3C4412E193DD}" destId="{0EBFDE04-A59C-4DC8-9965-7AC7E780B99D}" srcOrd="0" destOrd="2" presId="urn:microsoft.com/office/officeart/2005/8/layout/list1"/>
    <dgm:cxn modelId="{813AD857-B6F8-4FCB-9E3A-C830F120DEB3}" type="presOf" srcId="{7B8B8A07-6E69-4E50-ACAC-76D7D0E0E9BF}" destId="{A5BE01FE-C98C-425B-9CCA-CF8391678523}" srcOrd="1" destOrd="0" presId="urn:microsoft.com/office/officeart/2005/8/layout/list1"/>
    <dgm:cxn modelId="{0393EE7D-7E33-48A2-A43D-FE8AA1C68952}" srcId="{7147C6F4-46DF-4489-9E4E-7B4FB2BDCA64}" destId="{2C5E76EB-A7C5-4D43-867E-029399C39D4A}" srcOrd="0" destOrd="0" parTransId="{B95DFF80-2611-4825-9DCE-31542102F63F}" sibTransId="{5E863E9E-5DC3-4927-B342-C7617B179C25}"/>
    <dgm:cxn modelId="{CE4C5CC5-685C-4D56-8076-DF1D796BE930}" type="presOf" srcId="{2299D6D0-5C7E-41B0-861B-43D5EE693171}" destId="{FACC48DC-709E-47C7-9055-F6514FF4CEFF}" srcOrd="0" destOrd="0" presId="urn:microsoft.com/office/officeart/2005/8/layout/list1"/>
    <dgm:cxn modelId="{3EB3705A-C378-4764-AA04-5AB9A2005B8E}" type="presParOf" srcId="{FACC48DC-709E-47C7-9055-F6514FF4CEFF}" destId="{C7A0C85F-D8FC-4DE5-830C-347DED83FE40}" srcOrd="0" destOrd="0" presId="urn:microsoft.com/office/officeart/2005/8/layout/list1"/>
    <dgm:cxn modelId="{96115AA6-B1C4-4DD7-A135-63B3B3E06C07}" type="presParOf" srcId="{C7A0C85F-D8FC-4DE5-830C-347DED83FE40}" destId="{ED9722A0-4E8C-4AD1-9B91-0AD66F7CF3C1}" srcOrd="0" destOrd="0" presId="urn:microsoft.com/office/officeart/2005/8/layout/list1"/>
    <dgm:cxn modelId="{EC95F910-974F-4C76-B6F2-724EB913B043}" type="presParOf" srcId="{C7A0C85F-D8FC-4DE5-830C-347DED83FE40}" destId="{A5BE01FE-C98C-425B-9CCA-CF8391678523}" srcOrd="1" destOrd="0" presId="urn:microsoft.com/office/officeart/2005/8/layout/list1"/>
    <dgm:cxn modelId="{67043BA3-486D-4758-9BBE-AE713ED755FA}" type="presParOf" srcId="{FACC48DC-709E-47C7-9055-F6514FF4CEFF}" destId="{9DE3AAAC-A276-467B-9B7C-AD3866DF917D}" srcOrd="1" destOrd="0" presId="urn:microsoft.com/office/officeart/2005/8/layout/list1"/>
    <dgm:cxn modelId="{419B6303-FF39-424B-B42B-B65BF4B4840A}" type="presParOf" srcId="{FACC48DC-709E-47C7-9055-F6514FF4CEFF}" destId="{0EBFDE04-A59C-4DC8-9965-7AC7E780B99D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2299D6D0-5C7E-41B0-861B-43D5EE693171}" type="doc">
      <dgm:prSet loTypeId="urn:microsoft.com/office/officeart/2005/8/layout/list1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7B8B8A07-6E69-4E50-ACAC-76D7D0E0E9BF}">
      <dgm:prSet/>
      <dgm:spPr/>
      <dgm:t>
        <a:bodyPr/>
        <a:lstStyle/>
        <a:p>
          <a:pPr algn="just"/>
          <a:r>
            <a:rPr lang="en-US" b="1"/>
            <a:t>Kegiatan Utama:</a:t>
          </a:r>
          <a:endParaRPr lang="en-US" b="1" dirty="0"/>
        </a:p>
      </dgm:t>
    </dgm:pt>
    <dgm:pt modelId="{6AFF37E5-9583-463F-A36C-CE59EA09AAC8}" type="parTrans" cxnId="{39DB8431-BA64-41EF-A4A6-7C4EF286C740}">
      <dgm:prSet/>
      <dgm:spPr/>
      <dgm:t>
        <a:bodyPr/>
        <a:lstStyle/>
        <a:p>
          <a:pPr algn="just"/>
          <a:endParaRPr lang="en-US" b="1"/>
        </a:p>
      </dgm:t>
    </dgm:pt>
    <dgm:pt modelId="{8863F14A-529C-4B10-ACE0-F0ED756E8EC3}" type="sibTrans" cxnId="{39DB8431-BA64-41EF-A4A6-7C4EF286C740}">
      <dgm:prSet/>
      <dgm:spPr/>
      <dgm:t>
        <a:bodyPr/>
        <a:lstStyle/>
        <a:p>
          <a:pPr algn="just"/>
          <a:endParaRPr lang="en-US" b="1"/>
        </a:p>
      </dgm:t>
    </dgm:pt>
    <dgm:pt modelId="{7147C6F4-46DF-4489-9E4E-7B4FB2BDCA64}">
      <dgm:prSet/>
      <dgm:spPr/>
      <dgm:t>
        <a:bodyPr/>
        <a:lstStyle/>
        <a:p>
          <a:pPr algn="just">
            <a:buFont typeface="+mj-lt"/>
            <a:buNone/>
          </a:pPr>
          <a:r>
            <a:rPr lang="en-US" b="1" dirty="0">
              <a:solidFill>
                <a:srgbClr val="FF0000"/>
              </a:solidFill>
            </a:rPr>
            <a:t>3. </a:t>
          </a:r>
          <a:r>
            <a:rPr lang="en-US" b="1" dirty="0" err="1">
              <a:solidFill>
                <a:srgbClr val="FF0000"/>
              </a:solidFill>
            </a:rPr>
            <a:t>Analisis</a:t>
          </a:r>
          <a:r>
            <a:rPr lang="en-US" b="1" dirty="0">
              <a:solidFill>
                <a:srgbClr val="FF0000"/>
              </a:solidFill>
            </a:rPr>
            <a:t> dan </a:t>
          </a:r>
          <a:r>
            <a:rPr lang="en-US" b="1" dirty="0" err="1">
              <a:solidFill>
                <a:srgbClr val="FF0000"/>
              </a:solidFill>
            </a:rPr>
            <a:t>Penyelesaian</a:t>
          </a:r>
          <a:r>
            <a:rPr lang="en-US" b="1" dirty="0">
              <a:solidFill>
                <a:srgbClr val="FF0000"/>
              </a:solidFill>
            </a:rPr>
            <a:t>:</a:t>
          </a:r>
        </a:p>
      </dgm:t>
    </dgm:pt>
    <dgm:pt modelId="{B0A74BFF-9E13-4216-B5EF-68A336371F3C}" type="parTrans" cxnId="{CE3A446C-FE1F-4B8F-9D46-D36648CA1A77}">
      <dgm:prSet/>
      <dgm:spPr/>
      <dgm:t>
        <a:bodyPr/>
        <a:lstStyle/>
        <a:p>
          <a:pPr algn="just"/>
          <a:endParaRPr lang="en-US" b="1"/>
        </a:p>
      </dgm:t>
    </dgm:pt>
    <dgm:pt modelId="{761A8DD3-B1CD-4E20-B33A-97D1CCD7818B}" type="sibTrans" cxnId="{CE3A446C-FE1F-4B8F-9D46-D36648CA1A77}">
      <dgm:prSet/>
      <dgm:spPr/>
      <dgm:t>
        <a:bodyPr/>
        <a:lstStyle/>
        <a:p>
          <a:pPr algn="just"/>
          <a:endParaRPr lang="en-US" b="1"/>
        </a:p>
      </dgm:t>
    </dgm:pt>
    <dgm:pt modelId="{F80ECB3D-9B88-434F-9CED-2A952AEE399D}">
      <dgm:prSet/>
      <dgm:spPr/>
      <dgm:t>
        <a:bodyPr/>
        <a:lstStyle/>
        <a:p>
          <a:pPr algn="just">
            <a:buSzPts val="1000"/>
            <a:buFont typeface="Courier New" panose="02070309020205020404" pitchFamily="49" charset="0"/>
            <a:buChar char="o"/>
          </a:pPr>
          <a:r>
            <a:rPr lang="en-US" b="1" dirty="0" err="1"/>
            <a:t>Melakukan</a:t>
          </a:r>
          <a:r>
            <a:rPr lang="en-US" b="1" dirty="0"/>
            <a:t> </a:t>
          </a:r>
          <a:r>
            <a:rPr lang="en-US" b="1" dirty="0" err="1"/>
            <a:t>analisis</a:t>
          </a:r>
          <a:r>
            <a:rPr lang="en-US" b="1" dirty="0"/>
            <a:t> </a:t>
          </a:r>
          <a:r>
            <a:rPr lang="en-US" b="1" dirty="0" err="1"/>
            <a:t>awal</a:t>
          </a:r>
          <a:r>
            <a:rPr lang="en-US" b="1" dirty="0"/>
            <a:t> </a:t>
          </a:r>
          <a:r>
            <a:rPr lang="en-US" b="1" dirty="0" err="1"/>
            <a:t>untuk</a:t>
          </a:r>
          <a:r>
            <a:rPr lang="en-US" b="1" dirty="0"/>
            <a:t> </a:t>
          </a:r>
          <a:r>
            <a:rPr lang="en-US" b="1" dirty="0" err="1"/>
            <a:t>menentukan</a:t>
          </a:r>
          <a:r>
            <a:rPr lang="en-US" b="1" dirty="0"/>
            <a:t> </a:t>
          </a:r>
          <a:r>
            <a:rPr lang="en-US" b="1" dirty="0" err="1"/>
            <a:t>penyebab</a:t>
          </a:r>
          <a:r>
            <a:rPr lang="en-US" b="1" dirty="0"/>
            <a:t> </a:t>
          </a:r>
          <a:r>
            <a:rPr lang="en-US" b="1" dirty="0" err="1"/>
            <a:t>insiden</a:t>
          </a:r>
          <a:r>
            <a:rPr lang="en-US" b="1" dirty="0"/>
            <a:t> dan </a:t>
          </a:r>
          <a:r>
            <a:rPr lang="en-US" b="1" dirty="0" err="1"/>
            <a:t>solusi</a:t>
          </a:r>
          <a:r>
            <a:rPr lang="en-US" b="1" dirty="0"/>
            <a:t> </a:t>
          </a:r>
          <a:r>
            <a:rPr lang="en-US" b="1" dirty="0" err="1"/>
            <a:t>potensial</a:t>
          </a:r>
          <a:r>
            <a:rPr lang="en-US" b="1" dirty="0"/>
            <a:t>.</a:t>
          </a:r>
        </a:p>
      </dgm:t>
    </dgm:pt>
    <dgm:pt modelId="{FED45B1D-9E51-4D39-84D0-EFDE915433E5}" type="parTrans" cxnId="{FE6E0361-AD42-4471-B183-B79554184A63}">
      <dgm:prSet/>
      <dgm:spPr/>
      <dgm:t>
        <a:bodyPr/>
        <a:lstStyle/>
        <a:p>
          <a:endParaRPr lang="en-US"/>
        </a:p>
      </dgm:t>
    </dgm:pt>
    <dgm:pt modelId="{F9E3F44E-B043-40DF-B900-76FE56926161}" type="sibTrans" cxnId="{FE6E0361-AD42-4471-B183-B79554184A63}">
      <dgm:prSet/>
      <dgm:spPr/>
      <dgm:t>
        <a:bodyPr/>
        <a:lstStyle/>
        <a:p>
          <a:endParaRPr lang="en-US"/>
        </a:p>
      </dgm:t>
    </dgm:pt>
    <dgm:pt modelId="{EA43F5FC-2BF8-452B-9B16-08009454D015}">
      <dgm:prSet/>
      <dgm:spPr/>
      <dgm:t>
        <a:bodyPr/>
        <a:lstStyle/>
        <a:p>
          <a:pPr algn="just">
            <a:buSzPts val="1000"/>
            <a:buFont typeface="Courier New" panose="02070309020205020404" pitchFamily="49" charset="0"/>
            <a:buChar char="o"/>
          </a:pPr>
          <a:r>
            <a:rPr lang="en-US" b="1" dirty="0" err="1"/>
            <a:t>Menyediakan</a:t>
          </a:r>
          <a:r>
            <a:rPr lang="en-US" b="1" dirty="0"/>
            <a:t> </a:t>
          </a:r>
          <a:r>
            <a:rPr lang="en-US" b="1" dirty="0" err="1"/>
            <a:t>solusi</a:t>
          </a:r>
          <a:r>
            <a:rPr lang="en-US" b="1" dirty="0"/>
            <a:t> </a:t>
          </a:r>
          <a:r>
            <a:rPr lang="en-US" b="1" dirty="0" err="1"/>
            <a:t>sementara</a:t>
          </a:r>
          <a:r>
            <a:rPr lang="en-US" b="1" dirty="0"/>
            <a:t> (workarounds) </a:t>
          </a:r>
          <a:r>
            <a:rPr lang="en-US" b="1" dirty="0" err="1"/>
            <a:t>jika</a:t>
          </a:r>
          <a:r>
            <a:rPr lang="en-US" b="1" dirty="0"/>
            <a:t> </a:t>
          </a:r>
          <a:r>
            <a:rPr lang="en-US" b="1" dirty="0" err="1"/>
            <a:t>diperlukan</a:t>
          </a:r>
          <a:r>
            <a:rPr lang="en-US" b="1" dirty="0"/>
            <a:t> dan </a:t>
          </a:r>
          <a:r>
            <a:rPr lang="en-US" b="1" dirty="0" err="1"/>
            <a:t>mengarahkan</a:t>
          </a:r>
          <a:r>
            <a:rPr lang="en-US" b="1" dirty="0"/>
            <a:t> </a:t>
          </a:r>
          <a:r>
            <a:rPr lang="en-US" b="1" dirty="0" err="1"/>
            <a:t>insiden</a:t>
          </a:r>
          <a:r>
            <a:rPr lang="en-US" b="1" dirty="0"/>
            <a:t> </a:t>
          </a:r>
          <a:r>
            <a:rPr lang="en-US" b="1" dirty="0" err="1"/>
            <a:t>ke</a:t>
          </a:r>
          <a:r>
            <a:rPr lang="en-US" b="1" dirty="0"/>
            <a:t> </a:t>
          </a:r>
          <a:r>
            <a:rPr lang="en-US" b="1" dirty="0" err="1"/>
            <a:t>tim</a:t>
          </a:r>
          <a:r>
            <a:rPr lang="en-US" b="1" dirty="0"/>
            <a:t> yang </a:t>
          </a:r>
          <a:r>
            <a:rPr lang="en-US" b="1" dirty="0" err="1"/>
            <a:t>tepat</a:t>
          </a:r>
          <a:r>
            <a:rPr lang="en-US" b="1" dirty="0"/>
            <a:t> </a:t>
          </a:r>
          <a:r>
            <a:rPr lang="en-US" b="1" dirty="0" err="1"/>
            <a:t>untuk</a:t>
          </a:r>
          <a:r>
            <a:rPr lang="en-US" b="1" dirty="0"/>
            <a:t> </a:t>
          </a:r>
          <a:r>
            <a:rPr lang="en-US" b="1" dirty="0" err="1"/>
            <a:t>penyelesaian</a:t>
          </a:r>
          <a:r>
            <a:rPr lang="en-US" b="1" dirty="0"/>
            <a:t> </a:t>
          </a:r>
          <a:r>
            <a:rPr lang="en-US" b="1" dirty="0" err="1"/>
            <a:t>permanen</a:t>
          </a:r>
          <a:r>
            <a:rPr lang="en-US" b="1" dirty="0"/>
            <a:t>.</a:t>
          </a:r>
        </a:p>
      </dgm:t>
    </dgm:pt>
    <dgm:pt modelId="{026AD767-44B9-43C7-BB04-255D487F3826}" type="parTrans" cxnId="{CBE4FBC3-5FBE-42F9-9FBA-77B3CAB8AED6}">
      <dgm:prSet/>
      <dgm:spPr/>
      <dgm:t>
        <a:bodyPr/>
        <a:lstStyle/>
        <a:p>
          <a:endParaRPr lang="en-US"/>
        </a:p>
      </dgm:t>
    </dgm:pt>
    <dgm:pt modelId="{AB72C087-0ACC-4489-AC5A-DF328BC2127A}" type="sibTrans" cxnId="{CBE4FBC3-5FBE-42F9-9FBA-77B3CAB8AED6}">
      <dgm:prSet/>
      <dgm:spPr/>
      <dgm:t>
        <a:bodyPr/>
        <a:lstStyle/>
        <a:p>
          <a:endParaRPr lang="en-US"/>
        </a:p>
      </dgm:t>
    </dgm:pt>
    <dgm:pt modelId="{FACC48DC-709E-47C7-9055-F6514FF4CEFF}" type="pres">
      <dgm:prSet presAssocID="{2299D6D0-5C7E-41B0-861B-43D5EE693171}" presName="linear" presStyleCnt="0">
        <dgm:presLayoutVars>
          <dgm:dir/>
          <dgm:animLvl val="lvl"/>
          <dgm:resizeHandles val="exact"/>
        </dgm:presLayoutVars>
      </dgm:prSet>
      <dgm:spPr/>
    </dgm:pt>
    <dgm:pt modelId="{C7A0C85F-D8FC-4DE5-830C-347DED83FE40}" type="pres">
      <dgm:prSet presAssocID="{7B8B8A07-6E69-4E50-ACAC-76D7D0E0E9BF}" presName="parentLin" presStyleCnt="0"/>
      <dgm:spPr/>
    </dgm:pt>
    <dgm:pt modelId="{ED9722A0-4E8C-4AD1-9B91-0AD66F7CF3C1}" type="pres">
      <dgm:prSet presAssocID="{7B8B8A07-6E69-4E50-ACAC-76D7D0E0E9BF}" presName="parentLeftMargin" presStyleLbl="node1" presStyleIdx="0" presStyleCnt="1"/>
      <dgm:spPr/>
    </dgm:pt>
    <dgm:pt modelId="{A5BE01FE-C98C-425B-9CCA-CF8391678523}" type="pres">
      <dgm:prSet presAssocID="{7B8B8A07-6E69-4E50-ACAC-76D7D0E0E9BF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9DE3AAAC-A276-467B-9B7C-AD3866DF917D}" type="pres">
      <dgm:prSet presAssocID="{7B8B8A07-6E69-4E50-ACAC-76D7D0E0E9BF}" presName="negativeSpace" presStyleCnt="0"/>
      <dgm:spPr/>
    </dgm:pt>
    <dgm:pt modelId="{0EBFDE04-A59C-4DC8-9965-7AC7E780B99D}" type="pres">
      <dgm:prSet presAssocID="{7B8B8A07-6E69-4E50-ACAC-76D7D0E0E9BF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39DB8431-BA64-41EF-A4A6-7C4EF286C740}" srcId="{2299D6D0-5C7E-41B0-861B-43D5EE693171}" destId="{7B8B8A07-6E69-4E50-ACAC-76D7D0E0E9BF}" srcOrd="0" destOrd="0" parTransId="{6AFF37E5-9583-463F-A36C-CE59EA09AAC8}" sibTransId="{8863F14A-529C-4B10-ACE0-F0ED756E8EC3}"/>
    <dgm:cxn modelId="{C96C823C-62E2-4EC5-94F5-A3E666C72E54}" type="presOf" srcId="{7B8B8A07-6E69-4E50-ACAC-76D7D0E0E9BF}" destId="{ED9722A0-4E8C-4AD1-9B91-0AD66F7CF3C1}" srcOrd="0" destOrd="0" presId="urn:microsoft.com/office/officeart/2005/8/layout/list1"/>
    <dgm:cxn modelId="{C40D6D5B-03D7-4200-878C-1F495AEFBC73}" type="presOf" srcId="{EA43F5FC-2BF8-452B-9B16-08009454D015}" destId="{0EBFDE04-A59C-4DC8-9965-7AC7E780B99D}" srcOrd="0" destOrd="2" presId="urn:microsoft.com/office/officeart/2005/8/layout/list1"/>
    <dgm:cxn modelId="{FE6E0361-AD42-4471-B183-B79554184A63}" srcId="{7147C6F4-46DF-4489-9E4E-7B4FB2BDCA64}" destId="{F80ECB3D-9B88-434F-9CED-2A952AEE399D}" srcOrd="0" destOrd="0" parTransId="{FED45B1D-9E51-4D39-84D0-EFDE915433E5}" sibTransId="{F9E3F44E-B043-40DF-B900-76FE56926161}"/>
    <dgm:cxn modelId="{CE3A446C-FE1F-4B8F-9D46-D36648CA1A77}" srcId="{7B8B8A07-6E69-4E50-ACAC-76D7D0E0E9BF}" destId="{7147C6F4-46DF-4489-9E4E-7B4FB2BDCA64}" srcOrd="0" destOrd="0" parTransId="{B0A74BFF-9E13-4216-B5EF-68A336371F3C}" sibTransId="{761A8DD3-B1CD-4E20-B33A-97D1CCD7818B}"/>
    <dgm:cxn modelId="{DFD14E4E-F11F-4087-AF94-1DC778207F44}" type="presOf" srcId="{7147C6F4-46DF-4489-9E4E-7B4FB2BDCA64}" destId="{0EBFDE04-A59C-4DC8-9965-7AC7E780B99D}" srcOrd="0" destOrd="0" presId="urn:microsoft.com/office/officeart/2005/8/layout/list1"/>
    <dgm:cxn modelId="{813AD857-B6F8-4FCB-9E3A-C830F120DEB3}" type="presOf" srcId="{7B8B8A07-6E69-4E50-ACAC-76D7D0E0E9BF}" destId="{A5BE01FE-C98C-425B-9CCA-CF8391678523}" srcOrd="1" destOrd="0" presId="urn:microsoft.com/office/officeart/2005/8/layout/list1"/>
    <dgm:cxn modelId="{AB0D7F80-AF57-4D32-9AE9-C9CE8AD53F6A}" type="presOf" srcId="{F80ECB3D-9B88-434F-9CED-2A952AEE399D}" destId="{0EBFDE04-A59C-4DC8-9965-7AC7E780B99D}" srcOrd="0" destOrd="1" presId="urn:microsoft.com/office/officeart/2005/8/layout/list1"/>
    <dgm:cxn modelId="{CBE4FBC3-5FBE-42F9-9FBA-77B3CAB8AED6}" srcId="{7147C6F4-46DF-4489-9E4E-7B4FB2BDCA64}" destId="{EA43F5FC-2BF8-452B-9B16-08009454D015}" srcOrd="1" destOrd="0" parTransId="{026AD767-44B9-43C7-BB04-255D487F3826}" sibTransId="{AB72C087-0ACC-4489-AC5A-DF328BC2127A}"/>
    <dgm:cxn modelId="{CE4C5CC5-685C-4D56-8076-DF1D796BE930}" type="presOf" srcId="{2299D6D0-5C7E-41B0-861B-43D5EE693171}" destId="{FACC48DC-709E-47C7-9055-F6514FF4CEFF}" srcOrd="0" destOrd="0" presId="urn:microsoft.com/office/officeart/2005/8/layout/list1"/>
    <dgm:cxn modelId="{3EB3705A-C378-4764-AA04-5AB9A2005B8E}" type="presParOf" srcId="{FACC48DC-709E-47C7-9055-F6514FF4CEFF}" destId="{C7A0C85F-D8FC-4DE5-830C-347DED83FE40}" srcOrd="0" destOrd="0" presId="urn:microsoft.com/office/officeart/2005/8/layout/list1"/>
    <dgm:cxn modelId="{96115AA6-B1C4-4DD7-A135-63B3B3E06C07}" type="presParOf" srcId="{C7A0C85F-D8FC-4DE5-830C-347DED83FE40}" destId="{ED9722A0-4E8C-4AD1-9B91-0AD66F7CF3C1}" srcOrd="0" destOrd="0" presId="urn:microsoft.com/office/officeart/2005/8/layout/list1"/>
    <dgm:cxn modelId="{EC95F910-974F-4C76-B6F2-724EB913B043}" type="presParOf" srcId="{C7A0C85F-D8FC-4DE5-830C-347DED83FE40}" destId="{A5BE01FE-C98C-425B-9CCA-CF8391678523}" srcOrd="1" destOrd="0" presId="urn:microsoft.com/office/officeart/2005/8/layout/list1"/>
    <dgm:cxn modelId="{67043BA3-486D-4758-9BBE-AE713ED755FA}" type="presParOf" srcId="{FACC48DC-709E-47C7-9055-F6514FF4CEFF}" destId="{9DE3AAAC-A276-467B-9B7C-AD3866DF917D}" srcOrd="1" destOrd="0" presId="urn:microsoft.com/office/officeart/2005/8/layout/list1"/>
    <dgm:cxn modelId="{419B6303-FF39-424B-B42B-B65BF4B4840A}" type="presParOf" srcId="{FACC48DC-709E-47C7-9055-F6514FF4CEFF}" destId="{0EBFDE04-A59C-4DC8-9965-7AC7E780B99D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2299D6D0-5C7E-41B0-861B-43D5EE693171}" type="doc">
      <dgm:prSet loTypeId="urn:microsoft.com/office/officeart/2005/8/layout/list1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7B8B8A07-6E69-4E50-ACAC-76D7D0E0E9BF}">
      <dgm:prSet/>
      <dgm:spPr/>
      <dgm:t>
        <a:bodyPr/>
        <a:lstStyle/>
        <a:p>
          <a:pPr algn="just"/>
          <a:r>
            <a:rPr lang="en-US" b="1" dirty="0" err="1"/>
            <a:t>Kegiatan</a:t>
          </a:r>
          <a:r>
            <a:rPr lang="en-US" b="1" dirty="0"/>
            <a:t> Utama:</a:t>
          </a:r>
        </a:p>
      </dgm:t>
    </dgm:pt>
    <dgm:pt modelId="{6AFF37E5-9583-463F-A36C-CE59EA09AAC8}" type="parTrans" cxnId="{39DB8431-BA64-41EF-A4A6-7C4EF286C740}">
      <dgm:prSet/>
      <dgm:spPr/>
      <dgm:t>
        <a:bodyPr/>
        <a:lstStyle/>
        <a:p>
          <a:pPr algn="just"/>
          <a:endParaRPr lang="en-US" b="1"/>
        </a:p>
      </dgm:t>
    </dgm:pt>
    <dgm:pt modelId="{8863F14A-529C-4B10-ACE0-F0ED756E8EC3}" type="sibTrans" cxnId="{39DB8431-BA64-41EF-A4A6-7C4EF286C740}">
      <dgm:prSet/>
      <dgm:spPr/>
      <dgm:t>
        <a:bodyPr/>
        <a:lstStyle/>
        <a:p>
          <a:pPr algn="just"/>
          <a:endParaRPr lang="en-US" b="1"/>
        </a:p>
      </dgm:t>
    </dgm:pt>
    <dgm:pt modelId="{7147C6F4-46DF-4489-9E4E-7B4FB2BDCA64}">
      <dgm:prSet/>
      <dgm:spPr/>
      <dgm:t>
        <a:bodyPr/>
        <a:lstStyle/>
        <a:p>
          <a:pPr algn="just">
            <a:buFont typeface="+mj-lt"/>
            <a:buNone/>
          </a:pPr>
          <a:r>
            <a:rPr lang="en-US" b="1" dirty="0">
              <a:solidFill>
                <a:srgbClr val="FF0000"/>
              </a:solidFill>
            </a:rPr>
            <a:t>4. </a:t>
          </a:r>
          <a:r>
            <a:rPr lang="en-US" b="1" dirty="0" err="1">
              <a:solidFill>
                <a:srgbClr val="FF0000"/>
              </a:solidFill>
            </a:rPr>
            <a:t>Pemantauan</a:t>
          </a:r>
          <a:r>
            <a:rPr lang="en-US" b="1" dirty="0">
              <a:solidFill>
                <a:srgbClr val="FF0000"/>
              </a:solidFill>
            </a:rPr>
            <a:t> dan </a:t>
          </a:r>
          <a:r>
            <a:rPr lang="en-US" b="1" dirty="0" err="1">
              <a:solidFill>
                <a:srgbClr val="FF0000"/>
              </a:solidFill>
            </a:rPr>
            <a:t>Pelaporan</a:t>
          </a:r>
          <a:r>
            <a:rPr lang="en-US" b="1" dirty="0">
              <a:solidFill>
                <a:srgbClr val="FF0000"/>
              </a:solidFill>
            </a:rPr>
            <a:t>:</a:t>
          </a:r>
        </a:p>
      </dgm:t>
    </dgm:pt>
    <dgm:pt modelId="{B0A74BFF-9E13-4216-B5EF-68A336371F3C}" type="parTrans" cxnId="{CE3A446C-FE1F-4B8F-9D46-D36648CA1A77}">
      <dgm:prSet/>
      <dgm:spPr/>
      <dgm:t>
        <a:bodyPr/>
        <a:lstStyle/>
        <a:p>
          <a:pPr algn="just"/>
          <a:endParaRPr lang="en-US" b="1"/>
        </a:p>
      </dgm:t>
    </dgm:pt>
    <dgm:pt modelId="{761A8DD3-B1CD-4E20-B33A-97D1CCD7818B}" type="sibTrans" cxnId="{CE3A446C-FE1F-4B8F-9D46-D36648CA1A77}">
      <dgm:prSet/>
      <dgm:spPr/>
      <dgm:t>
        <a:bodyPr/>
        <a:lstStyle/>
        <a:p>
          <a:pPr algn="just"/>
          <a:endParaRPr lang="en-US" b="1"/>
        </a:p>
      </dgm:t>
    </dgm:pt>
    <dgm:pt modelId="{5E254ACE-8AB7-4AC4-950C-340C8AC1CCF8}">
      <dgm:prSet/>
      <dgm:spPr/>
      <dgm:t>
        <a:bodyPr/>
        <a:lstStyle/>
        <a:p>
          <a:pPr algn="just">
            <a:buSzPts val="1000"/>
            <a:buFont typeface="Courier New" panose="02070309020205020404" pitchFamily="49" charset="0"/>
            <a:buChar char="o"/>
          </a:pPr>
          <a:r>
            <a:rPr lang="en-US" b="1"/>
            <a:t>Memantau status insiden dan permintaan layanan secara berkelanjutan.</a:t>
          </a:r>
        </a:p>
      </dgm:t>
    </dgm:pt>
    <dgm:pt modelId="{6C89A250-0D16-43CD-B0CB-F29486E42054}" type="parTrans" cxnId="{F4C14208-841F-4102-9FEE-FBC07C33DEC6}">
      <dgm:prSet/>
      <dgm:spPr/>
      <dgm:t>
        <a:bodyPr/>
        <a:lstStyle/>
        <a:p>
          <a:pPr algn="just"/>
          <a:endParaRPr lang="en-US" b="1"/>
        </a:p>
      </dgm:t>
    </dgm:pt>
    <dgm:pt modelId="{130D728E-23C4-43F4-BE49-5D4E6911D92B}" type="sibTrans" cxnId="{F4C14208-841F-4102-9FEE-FBC07C33DEC6}">
      <dgm:prSet/>
      <dgm:spPr/>
      <dgm:t>
        <a:bodyPr/>
        <a:lstStyle/>
        <a:p>
          <a:pPr algn="just"/>
          <a:endParaRPr lang="en-US" b="1"/>
        </a:p>
      </dgm:t>
    </dgm:pt>
    <dgm:pt modelId="{C7F2D4B5-60D0-4722-8965-00DC3FE06B61}">
      <dgm:prSet/>
      <dgm:spPr/>
      <dgm:t>
        <a:bodyPr/>
        <a:lstStyle/>
        <a:p>
          <a:pPr algn="just">
            <a:buSzPts val="1000"/>
            <a:buFont typeface="Courier New" panose="02070309020205020404" pitchFamily="49" charset="0"/>
            <a:buChar char="o"/>
          </a:pPr>
          <a:r>
            <a:rPr lang="en-US" b="1"/>
            <a:t>Menyediakan laporan berkala tentang kinerja manajemen insiden dan layanan, termasuk waktu respons dan penyelesaian.</a:t>
          </a:r>
        </a:p>
      </dgm:t>
    </dgm:pt>
    <dgm:pt modelId="{7D9CF83B-D1E2-4E8C-BBEF-45AB0F944A56}" type="parTrans" cxnId="{19319E73-361D-4D9B-B20E-9886B0E8AFC0}">
      <dgm:prSet/>
      <dgm:spPr/>
      <dgm:t>
        <a:bodyPr/>
        <a:lstStyle/>
        <a:p>
          <a:pPr algn="just"/>
          <a:endParaRPr lang="en-US" b="1"/>
        </a:p>
      </dgm:t>
    </dgm:pt>
    <dgm:pt modelId="{1F2E2520-A9DC-4DAF-AE73-7011DD9A73E6}" type="sibTrans" cxnId="{19319E73-361D-4D9B-B20E-9886B0E8AFC0}">
      <dgm:prSet/>
      <dgm:spPr/>
      <dgm:t>
        <a:bodyPr/>
        <a:lstStyle/>
        <a:p>
          <a:pPr algn="just"/>
          <a:endParaRPr lang="en-US" b="1"/>
        </a:p>
      </dgm:t>
    </dgm:pt>
    <dgm:pt modelId="{FACC48DC-709E-47C7-9055-F6514FF4CEFF}" type="pres">
      <dgm:prSet presAssocID="{2299D6D0-5C7E-41B0-861B-43D5EE693171}" presName="linear" presStyleCnt="0">
        <dgm:presLayoutVars>
          <dgm:dir/>
          <dgm:animLvl val="lvl"/>
          <dgm:resizeHandles val="exact"/>
        </dgm:presLayoutVars>
      </dgm:prSet>
      <dgm:spPr/>
    </dgm:pt>
    <dgm:pt modelId="{C7A0C85F-D8FC-4DE5-830C-347DED83FE40}" type="pres">
      <dgm:prSet presAssocID="{7B8B8A07-6E69-4E50-ACAC-76D7D0E0E9BF}" presName="parentLin" presStyleCnt="0"/>
      <dgm:spPr/>
    </dgm:pt>
    <dgm:pt modelId="{ED9722A0-4E8C-4AD1-9B91-0AD66F7CF3C1}" type="pres">
      <dgm:prSet presAssocID="{7B8B8A07-6E69-4E50-ACAC-76D7D0E0E9BF}" presName="parentLeftMargin" presStyleLbl="node1" presStyleIdx="0" presStyleCnt="1"/>
      <dgm:spPr/>
    </dgm:pt>
    <dgm:pt modelId="{A5BE01FE-C98C-425B-9CCA-CF8391678523}" type="pres">
      <dgm:prSet presAssocID="{7B8B8A07-6E69-4E50-ACAC-76D7D0E0E9BF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9DE3AAAC-A276-467B-9B7C-AD3866DF917D}" type="pres">
      <dgm:prSet presAssocID="{7B8B8A07-6E69-4E50-ACAC-76D7D0E0E9BF}" presName="negativeSpace" presStyleCnt="0"/>
      <dgm:spPr/>
    </dgm:pt>
    <dgm:pt modelId="{0EBFDE04-A59C-4DC8-9965-7AC7E780B99D}" type="pres">
      <dgm:prSet presAssocID="{7B8B8A07-6E69-4E50-ACAC-76D7D0E0E9BF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F4C14208-841F-4102-9FEE-FBC07C33DEC6}" srcId="{7147C6F4-46DF-4489-9E4E-7B4FB2BDCA64}" destId="{5E254ACE-8AB7-4AC4-950C-340C8AC1CCF8}" srcOrd="0" destOrd="0" parTransId="{6C89A250-0D16-43CD-B0CB-F29486E42054}" sibTransId="{130D728E-23C4-43F4-BE49-5D4E6911D92B}"/>
    <dgm:cxn modelId="{39DB8431-BA64-41EF-A4A6-7C4EF286C740}" srcId="{2299D6D0-5C7E-41B0-861B-43D5EE693171}" destId="{7B8B8A07-6E69-4E50-ACAC-76D7D0E0E9BF}" srcOrd="0" destOrd="0" parTransId="{6AFF37E5-9583-463F-A36C-CE59EA09AAC8}" sibTransId="{8863F14A-529C-4B10-ACE0-F0ED756E8EC3}"/>
    <dgm:cxn modelId="{C96C823C-62E2-4EC5-94F5-A3E666C72E54}" type="presOf" srcId="{7B8B8A07-6E69-4E50-ACAC-76D7D0E0E9BF}" destId="{ED9722A0-4E8C-4AD1-9B91-0AD66F7CF3C1}" srcOrd="0" destOrd="0" presId="urn:microsoft.com/office/officeart/2005/8/layout/list1"/>
    <dgm:cxn modelId="{EF326343-CB57-4E19-880F-69C7D11BF4B6}" type="presOf" srcId="{C7F2D4B5-60D0-4722-8965-00DC3FE06B61}" destId="{0EBFDE04-A59C-4DC8-9965-7AC7E780B99D}" srcOrd="0" destOrd="2" presId="urn:microsoft.com/office/officeart/2005/8/layout/list1"/>
    <dgm:cxn modelId="{CE3A446C-FE1F-4B8F-9D46-D36648CA1A77}" srcId="{7B8B8A07-6E69-4E50-ACAC-76D7D0E0E9BF}" destId="{7147C6F4-46DF-4489-9E4E-7B4FB2BDCA64}" srcOrd="0" destOrd="0" parTransId="{B0A74BFF-9E13-4216-B5EF-68A336371F3C}" sibTransId="{761A8DD3-B1CD-4E20-B33A-97D1CCD7818B}"/>
    <dgm:cxn modelId="{DFD14E4E-F11F-4087-AF94-1DC778207F44}" type="presOf" srcId="{7147C6F4-46DF-4489-9E4E-7B4FB2BDCA64}" destId="{0EBFDE04-A59C-4DC8-9965-7AC7E780B99D}" srcOrd="0" destOrd="0" presId="urn:microsoft.com/office/officeart/2005/8/layout/list1"/>
    <dgm:cxn modelId="{19319E73-361D-4D9B-B20E-9886B0E8AFC0}" srcId="{7147C6F4-46DF-4489-9E4E-7B4FB2BDCA64}" destId="{C7F2D4B5-60D0-4722-8965-00DC3FE06B61}" srcOrd="1" destOrd="0" parTransId="{7D9CF83B-D1E2-4E8C-BBEF-45AB0F944A56}" sibTransId="{1F2E2520-A9DC-4DAF-AE73-7011DD9A73E6}"/>
    <dgm:cxn modelId="{813AD857-B6F8-4FCB-9E3A-C830F120DEB3}" type="presOf" srcId="{7B8B8A07-6E69-4E50-ACAC-76D7D0E0E9BF}" destId="{A5BE01FE-C98C-425B-9CCA-CF8391678523}" srcOrd="1" destOrd="0" presId="urn:microsoft.com/office/officeart/2005/8/layout/list1"/>
    <dgm:cxn modelId="{CE4C5CC5-685C-4D56-8076-DF1D796BE930}" type="presOf" srcId="{2299D6D0-5C7E-41B0-861B-43D5EE693171}" destId="{FACC48DC-709E-47C7-9055-F6514FF4CEFF}" srcOrd="0" destOrd="0" presId="urn:microsoft.com/office/officeart/2005/8/layout/list1"/>
    <dgm:cxn modelId="{8A98C9C7-9D02-48BA-9C07-E0D8896A14C5}" type="presOf" srcId="{5E254ACE-8AB7-4AC4-950C-340C8AC1CCF8}" destId="{0EBFDE04-A59C-4DC8-9965-7AC7E780B99D}" srcOrd="0" destOrd="1" presId="urn:microsoft.com/office/officeart/2005/8/layout/list1"/>
    <dgm:cxn modelId="{3EB3705A-C378-4764-AA04-5AB9A2005B8E}" type="presParOf" srcId="{FACC48DC-709E-47C7-9055-F6514FF4CEFF}" destId="{C7A0C85F-D8FC-4DE5-830C-347DED83FE40}" srcOrd="0" destOrd="0" presId="urn:microsoft.com/office/officeart/2005/8/layout/list1"/>
    <dgm:cxn modelId="{96115AA6-B1C4-4DD7-A135-63B3B3E06C07}" type="presParOf" srcId="{C7A0C85F-D8FC-4DE5-830C-347DED83FE40}" destId="{ED9722A0-4E8C-4AD1-9B91-0AD66F7CF3C1}" srcOrd="0" destOrd="0" presId="urn:microsoft.com/office/officeart/2005/8/layout/list1"/>
    <dgm:cxn modelId="{EC95F910-974F-4C76-B6F2-724EB913B043}" type="presParOf" srcId="{C7A0C85F-D8FC-4DE5-830C-347DED83FE40}" destId="{A5BE01FE-C98C-425B-9CCA-CF8391678523}" srcOrd="1" destOrd="0" presId="urn:microsoft.com/office/officeart/2005/8/layout/list1"/>
    <dgm:cxn modelId="{67043BA3-486D-4758-9BBE-AE713ED755FA}" type="presParOf" srcId="{FACC48DC-709E-47C7-9055-F6514FF4CEFF}" destId="{9DE3AAAC-A276-467B-9B7C-AD3866DF917D}" srcOrd="1" destOrd="0" presId="urn:microsoft.com/office/officeart/2005/8/layout/list1"/>
    <dgm:cxn modelId="{419B6303-FF39-424B-B42B-B65BF4B4840A}" type="presParOf" srcId="{FACC48DC-709E-47C7-9055-F6514FF4CEFF}" destId="{0EBFDE04-A59C-4DC8-9965-7AC7E780B99D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2299D6D0-5C7E-41B0-861B-43D5EE693171}" type="doc">
      <dgm:prSet loTypeId="urn:microsoft.com/office/officeart/2005/8/layout/list1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1FFC5A78-8E6C-4AC9-A868-00AF27BAA388}">
      <dgm:prSet/>
      <dgm:spPr/>
      <dgm:t>
        <a:bodyPr/>
        <a:lstStyle/>
        <a:p>
          <a:pPr algn="just"/>
          <a:r>
            <a:rPr lang="en-US" b="1" dirty="0" err="1"/>
            <a:t>Penjelasan</a:t>
          </a:r>
          <a:r>
            <a:rPr lang="en-US" b="1" dirty="0"/>
            <a:t>:</a:t>
          </a:r>
        </a:p>
      </dgm:t>
    </dgm:pt>
    <dgm:pt modelId="{6509B3AB-F2EA-40FC-AD2A-6A020BE2A895}" type="parTrans" cxnId="{101FC283-37F5-401D-80CA-EB33C255C2C5}">
      <dgm:prSet/>
      <dgm:spPr/>
      <dgm:t>
        <a:bodyPr/>
        <a:lstStyle/>
        <a:p>
          <a:pPr algn="just"/>
          <a:endParaRPr lang="en-US" b="1"/>
        </a:p>
      </dgm:t>
    </dgm:pt>
    <dgm:pt modelId="{1E73A65A-9221-416A-A2CB-1145D852B609}" type="sibTrans" cxnId="{101FC283-37F5-401D-80CA-EB33C255C2C5}">
      <dgm:prSet/>
      <dgm:spPr/>
      <dgm:t>
        <a:bodyPr/>
        <a:lstStyle/>
        <a:p>
          <a:pPr algn="just"/>
          <a:endParaRPr lang="en-US" b="1"/>
        </a:p>
      </dgm:t>
    </dgm:pt>
    <dgm:pt modelId="{14C82DFD-0EA7-46EF-8313-8EDAD1B34F0D}">
      <dgm:prSet/>
      <dgm:spPr/>
      <dgm:t>
        <a:bodyPr/>
        <a:lstStyle/>
        <a:p>
          <a:pPr algn="just"/>
          <a:r>
            <a:rPr lang="en-US" b="1" dirty="0"/>
            <a:t>Proses </a:t>
          </a:r>
          <a:r>
            <a:rPr lang="en-US" b="1" dirty="0" err="1"/>
            <a:t>ini</a:t>
          </a:r>
          <a:r>
            <a:rPr lang="en-US" b="1" dirty="0"/>
            <a:t> </a:t>
          </a:r>
          <a:r>
            <a:rPr lang="en-US" b="1" dirty="0" err="1"/>
            <a:t>bertujuan</a:t>
          </a:r>
          <a:r>
            <a:rPr lang="en-US" b="1" dirty="0"/>
            <a:t> </a:t>
          </a:r>
          <a:r>
            <a:rPr lang="en-US" b="1" dirty="0" err="1"/>
            <a:t>untuk</a:t>
          </a:r>
          <a:r>
            <a:rPr lang="en-US" b="1" dirty="0"/>
            <a:t> </a:t>
          </a:r>
          <a:r>
            <a:rPr lang="en-US" b="1" dirty="0" err="1"/>
            <a:t>mengidentifikasi</a:t>
          </a:r>
          <a:r>
            <a:rPr lang="en-US" b="1" dirty="0"/>
            <a:t> dan </a:t>
          </a:r>
          <a:r>
            <a:rPr lang="en-US" b="1" dirty="0" err="1"/>
            <a:t>mengelola</a:t>
          </a:r>
          <a:r>
            <a:rPr lang="en-US" b="1" dirty="0"/>
            <a:t> </a:t>
          </a:r>
          <a:r>
            <a:rPr lang="en-US" b="1" dirty="0" err="1"/>
            <a:t>masalah</a:t>
          </a:r>
          <a:r>
            <a:rPr lang="en-US" b="1" dirty="0"/>
            <a:t> yang </a:t>
          </a:r>
          <a:r>
            <a:rPr lang="en-US" b="1" dirty="0" err="1"/>
            <a:t>mendasari</a:t>
          </a:r>
          <a:r>
            <a:rPr lang="en-US" b="1" dirty="0"/>
            <a:t> </a:t>
          </a:r>
          <a:r>
            <a:rPr lang="en-US" b="1" dirty="0" err="1"/>
            <a:t>insiden</a:t>
          </a:r>
          <a:r>
            <a:rPr lang="en-US" b="1" dirty="0"/>
            <a:t> agar </a:t>
          </a:r>
          <a:r>
            <a:rPr lang="en-US" b="1" dirty="0" err="1"/>
            <a:t>tidak</a:t>
          </a:r>
          <a:r>
            <a:rPr lang="en-US" b="1" dirty="0"/>
            <a:t> </a:t>
          </a:r>
          <a:r>
            <a:rPr lang="en-US" b="1" dirty="0" err="1"/>
            <a:t>terulang</a:t>
          </a:r>
          <a:r>
            <a:rPr lang="en-US" b="1" dirty="0"/>
            <a:t> </a:t>
          </a:r>
          <a:r>
            <a:rPr lang="en-US" b="1" dirty="0" err="1"/>
            <a:t>kembali</a:t>
          </a:r>
          <a:r>
            <a:rPr lang="en-US" b="1" dirty="0"/>
            <a:t>. </a:t>
          </a:r>
        </a:p>
      </dgm:t>
    </dgm:pt>
    <dgm:pt modelId="{1CD97776-7BFC-4612-B507-FF41E41DEDA0}" type="parTrans" cxnId="{2B2B1131-1CA3-48FB-A2F0-FAC59BF72BBB}">
      <dgm:prSet/>
      <dgm:spPr/>
      <dgm:t>
        <a:bodyPr/>
        <a:lstStyle/>
        <a:p>
          <a:pPr algn="just"/>
          <a:endParaRPr lang="en-US" b="1"/>
        </a:p>
      </dgm:t>
    </dgm:pt>
    <dgm:pt modelId="{58204E47-920E-4104-ADB8-24D39ABDD1CD}" type="sibTrans" cxnId="{2B2B1131-1CA3-48FB-A2F0-FAC59BF72BBB}">
      <dgm:prSet/>
      <dgm:spPr/>
      <dgm:t>
        <a:bodyPr/>
        <a:lstStyle/>
        <a:p>
          <a:pPr algn="just"/>
          <a:endParaRPr lang="en-US" b="1"/>
        </a:p>
      </dgm:t>
    </dgm:pt>
    <dgm:pt modelId="{55E8BDE0-EDCE-44FE-86FE-9DF7A3CCF8EA}">
      <dgm:prSet/>
      <dgm:spPr/>
      <dgm:t>
        <a:bodyPr/>
        <a:lstStyle/>
        <a:p>
          <a:pPr algn="just"/>
          <a:r>
            <a:rPr lang="en-US" b="1" dirty="0" err="1"/>
            <a:t>Tujuan</a:t>
          </a:r>
          <a:r>
            <a:rPr lang="en-US" b="1" dirty="0"/>
            <a:t> </a:t>
          </a:r>
          <a:r>
            <a:rPr lang="en-US" b="1" dirty="0" err="1"/>
            <a:t>utamanya</a:t>
          </a:r>
          <a:r>
            <a:rPr lang="en-US" b="1" dirty="0"/>
            <a:t> </a:t>
          </a:r>
          <a:r>
            <a:rPr lang="en-US" b="1" dirty="0" err="1"/>
            <a:t>adalah</a:t>
          </a:r>
          <a:r>
            <a:rPr lang="en-US" b="1" dirty="0"/>
            <a:t> </a:t>
          </a:r>
          <a:r>
            <a:rPr lang="en-US" b="1" dirty="0" err="1"/>
            <a:t>meningkatkan</a:t>
          </a:r>
          <a:r>
            <a:rPr lang="en-US" b="1" dirty="0"/>
            <a:t> </a:t>
          </a:r>
          <a:r>
            <a:rPr lang="en-US" b="1" dirty="0" err="1"/>
            <a:t>stabilitas</a:t>
          </a:r>
          <a:r>
            <a:rPr lang="en-US" b="1" dirty="0"/>
            <a:t> dan </a:t>
          </a:r>
          <a:r>
            <a:rPr lang="en-US" b="1" dirty="0" err="1"/>
            <a:t>keandalan</a:t>
          </a:r>
          <a:r>
            <a:rPr lang="en-US" b="1" dirty="0"/>
            <a:t> </a:t>
          </a:r>
          <a:r>
            <a:rPr lang="en-US" b="1" dirty="0" err="1"/>
            <a:t>layanan</a:t>
          </a:r>
          <a:r>
            <a:rPr lang="en-US" b="1" dirty="0"/>
            <a:t> TI </a:t>
          </a:r>
          <a:r>
            <a:rPr lang="en-US" b="1" dirty="0" err="1"/>
            <a:t>dengan</a:t>
          </a:r>
          <a:r>
            <a:rPr lang="en-US" b="1" dirty="0"/>
            <a:t> </a:t>
          </a:r>
          <a:r>
            <a:rPr lang="en-US" b="1" dirty="0" err="1"/>
            <a:t>mengurangi</a:t>
          </a:r>
          <a:r>
            <a:rPr lang="en-US" b="1" dirty="0"/>
            <a:t> </a:t>
          </a:r>
          <a:r>
            <a:rPr lang="en-US" b="1" dirty="0" err="1"/>
            <a:t>frekuensi</a:t>
          </a:r>
          <a:r>
            <a:rPr lang="en-US" b="1" dirty="0"/>
            <a:t> dan </a:t>
          </a:r>
          <a:r>
            <a:rPr lang="en-US" b="1" dirty="0" err="1"/>
            <a:t>dampak</a:t>
          </a:r>
          <a:r>
            <a:rPr lang="en-US" b="1" dirty="0"/>
            <a:t> </a:t>
          </a:r>
          <a:r>
            <a:rPr lang="en-US" b="1" dirty="0" err="1"/>
            <a:t>insiden</a:t>
          </a:r>
          <a:r>
            <a:rPr lang="en-US" b="1" dirty="0"/>
            <a:t>.</a:t>
          </a:r>
        </a:p>
      </dgm:t>
    </dgm:pt>
    <dgm:pt modelId="{C81EDC6B-6484-4373-9737-C27D49502E8F}" type="parTrans" cxnId="{2F581B86-BE96-4DBD-8333-58F79042CB8D}">
      <dgm:prSet/>
      <dgm:spPr/>
      <dgm:t>
        <a:bodyPr/>
        <a:lstStyle/>
        <a:p>
          <a:pPr algn="just"/>
          <a:endParaRPr lang="en-US" b="1"/>
        </a:p>
      </dgm:t>
    </dgm:pt>
    <dgm:pt modelId="{FF62F059-53EA-4BE8-A123-A4F68A44FF3C}" type="sibTrans" cxnId="{2F581B86-BE96-4DBD-8333-58F79042CB8D}">
      <dgm:prSet/>
      <dgm:spPr/>
      <dgm:t>
        <a:bodyPr/>
        <a:lstStyle/>
        <a:p>
          <a:pPr algn="just"/>
          <a:endParaRPr lang="en-US" b="1"/>
        </a:p>
      </dgm:t>
    </dgm:pt>
    <dgm:pt modelId="{FACC48DC-709E-47C7-9055-F6514FF4CEFF}" type="pres">
      <dgm:prSet presAssocID="{2299D6D0-5C7E-41B0-861B-43D5EE693171}" presName="linear" presStyleCnt="0">
        <dgm:presLayoutVars>
          <dgm:dir/>
          <dgm:animLvl val="lvl"/>
          <dgm:resizeHandles val="exact"/>
        </dgm:presLayoutVars>
      </dgm:prSet>
      <dgm:spPr/>
    </dgm:pt>
    <dgm:pt modelId="{28A54329-8B3C-4647-A187-DA817D0D1D41}" type="pres">
      <dgm:prSet presAssocID="{1FFC5A78-8E6C-4AC9-A868-00AF27BAA388}" presName="parentLin" presStyleCnt="0"/>
      <dgm:spPr/>
    </dgm:pt>
    <dgm:pt modelId="{C56E64CC-A442-4E36-9093-2C7FCAF6BDF8}" type="pres">
      <dgm:prSet presAssocID="{1FFC5A78-8E6C-4AC9-A868-00AF27BAA388}" presName="parentLeftMargin" presStyleLbl="node1" presStyleIdx="0" presStyleCnt="1"/>
      <dgm:spPr/>
    </dgm:pt>
    <dgm:pt modelId="{8AA327D4-F2CF-4AE0-90A7-D01FBC120DC3}" type="pres">
      <dgm:prSet presAssocID="{1FFC5A78-8E6C-4AC9-A868-00AF27BAA388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13F2D0D1-836F-4799-9349-F95786A118D5}" type="pres">
      <dgm:prSet presAssocID="{1FFC5A78-8E6C-4AC9-A868-00AF27BAA388}" presName="negativeSpace" presStyleCnt="0"/>
      <dgm:spPr/>
    </dgm:pt>
    <dgm:pt modelId="{E36BE286-CDF3-49F3-86C7-C9C2FC4F6BE8}" type="pres">
      <dgm:prSet presAssocID="{1FFC5A78-8E6C-4AC9-A868-00AF27BAA388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CBB96209-903C-43C9-B088-038A592908DA}" type="presOf" srcId="{55E8BDE0-EDCE-44FE-86FE-9DF7A3CCF8EA}" destId="{E36BE286-CDF3-49F3-86C7-C9C2FC4F6BE8}" srcOrd="0" destOrd="1" presId="urn:microsoft.com/office/officeart/2005/8/layout/list1"/>
    <dgm:cxn modelId="{9A6A2B2B-1651-4DA8-93B0-C5532E56D59B}" type="presOf" srcId="{1FFC5A78-8E6C-4AC9-A868-00AF27BAA388}" destId="{8AA327D4-F2CF-4AE0-90A7-D01FBC120DC3}" srcOrd="1" destOrd="0" presId="urn:microsoft.com/office/officeart/2005/8/layout/list1"/>
    <dgm:cxn modelId="{2B2B1131-1CA3-48FB-A2F0-FAC59BF72BBB}" srcId="{1FFC5A78-8E6C-4AC9-A868-00AF27BAA388}" destId="{14C82DFD-0EA7-46EF-8313-8EDAD1B34F0D}" srcOrd="0" destOrd="0" parTransId="{1CD97776-7BFC-4612-B507-FF41E41DEDA0}" sibTransId="{58204E47-920E-4104-ADB8-24D39ABDD1CD}"/>
    <dgm:cxn modelId="{101FC283-37F5-401D-80CA-EB33C255C2C5}" srcId="{2299D6D0-5C7E-41B0-861B-43D5EE693171}" destId="{1FFC5A78-8E6C-4AC9-A868-00AF27BAA388}" srcOrd="0" destOrd="0" parTransId="{6509B3AB-F2EA-40FC-AD2A-6A020BE2A895}" sibTransId="{1E73A65A-9221-416A-A2CB-1145D852B609}"/>
    <dgm:cxn modelId="{2F581B86-BE96-4DBD-8333-58F79042CB8D}" srcId="{1FFC5A78-8E6C-4AC9-A868-00AF27BAA388}" destId="{55E8BDE0-EDCE-44FE-86FE-9DF7A3CCF8EA}" srcOrd="1" destOrd="0" parTransId="{C81EDC6B-6484-4373-9737-C27D49502E8F}" sibTransId="{FF62F059-53EA-4BE8-A123-A4F68A44FF3C}"/>
    <dgm:cxn modelId="{798EE999-82D3-4F94-9EE3-28A3DC9D0123}" type="presOf" srcId="{1FFC5A78-8E6C-4AC9-A868-00AF27BAA388}" destId="{C56E64CC-A442-4E36-9093-2C7FCAF6BDF8}" srcOrd="0" destOrd="0" presId="urn:microsoft.com/office/officeart/2005/8/layout/list1"/>
    <dgm:cxn modelId="{CE4C5CC5-685C-4D56-8076-DF1D796BE930}" type="presOf" srcId="{2299D6D0-5C7E-41B0-861B-43D5EE693171}" destId="{FACC48DC-709E-47C7-9055-F6514FF4CEFF}" srcOrd="0" destOrd="0" presId="urn:microsoft.com/office/officeart/2005/8/layout/list1"/>
    <dgm:cxn modelId="{9788A8F1-5A17-48DF-B0AF-02C1D674FADC}" type="presOf" srcId="{14C82DFD-0EA7-46EF-8313-8EDAD1B34F0D}" destId="{E36BE286-CDF3-49F3-86C7-C9C2FC4F6BE8}" srcOrd="0" destOrd="0" presId="urn:microsoft.com/office/officeart/2005/8/layout/list1"/>
    <dgm:cxn modelId="{2268CE3F-7469-4F17-96D6-1ECF6569FF3B}" type="presParOf" srcId="{FACC48DC-709E-47C7-9055-F6514FF4CEFF}" destId="{28A54329-8B3C-4647-A187-DA817D0D1D41}" srcOrd="0" destOrd="0" presId="urn:microsoft.com/office/officeart/2005/8/layout/list1"/>
    <dgm:cxn modelId="{3734862F-84E7-45C9-90D3-391B09956309}" type="presParOf" srcId="{28A54329-8B3C-4647-A187-DA817D0D1D41}" destId="{C56E64CC-A442-4E36-9093-2C7FCAF6BDF8}" srcOrd="0" destOrd="0" presId="urn:microsoft.com/office/officeart/2005/8/layout/list1"/>
    <dgm:cxn modelId="{37F9A341-8556-4FA2-9138-D010D02594DD}" type="presParOf" srcId="{28A54329-8B3C-4647-A187-DA817D0D1D41}" destId="{8AA327D4-F2CF-4AE0-90A7-D01FBC120DC3}" srcOrd="1" destOrd="0" presId="urn:microsoft.com/office/officeart/2005/8/layout/list1"/>
    <dgm:cxn modelId="{9897B048-A34A-4462-8490-53E3A6694C76}" type="presParOf" srcId="{FACC48DC-709E-47C7-9055-F6514FF4CEFF}" destId="{13F2D0D1-836F-4799-9349-F95786A118D5}" srcOrd="1" destOrd="0" presId="urn:microsoft.com/office/officeart/2005/8/layout/list1"/>
    <dgm:cxn modelId="{3BBC0F89-1E58-43CE-9622-38FE4B0DA71F}" type="presParOf" srcId="{FACC48DC-709E-47C7-9055-F6514FF4CEFF}" destId="{E36BE286-CDF3-49F3-86C7-C9C2FC4F6BE8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2299D6D0-5C7E-41B0-861B-43D5EE693171}" type="doc">
      <dgm:prSet loTypeId="urn:microsoft.com/office/officeart/2005/8/layout/list1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1FFC5A78-8E6C-4AC9-A868-00AF27BAA388}">
      <dgm:prSet/>
      <dgm:spPr/>
      <dgm:t>
        <a:bodyPr/>
        <a:lstStyle/>
        <a:p>
          <a:pPr algn="just"/>
          <a:r>
            <a:rPr lang="en-US" b="1" dirty="0" err="1"/>
            <a:t>Kegiatan</a:t>
          </a:r>
          <a:r>
            <a:rPr lang="en-US" b="1" dirty="0"/>
            <a:t> Utama:</a:t>
          </a:r>
        </a:p>
      </dgm:t>
    </dgm:pt>
    <dgm:pt modelId="{6509B3AB-F2EA-40FC-AD2A-6A020BE2A895}" type="parTrans" cxnId="{101FC283-37F5-401D-80CA-EB33C255C2C5}">
      <dgm:prSet/>
      <dgm:spPr/>
      <dgm:t>
        <a:bodyPr/>
        <a:lstStyle/>
        <a:p>
          <a:pPr algn="just"/>
          <a:endParaRPr lang="en-US" b="1"/>
        </a:p>
      </dgm:t>
    </dgm:pt>
    <dgm:pt modelId="{1E73A65A-9221-416A-A2CB-1145D852B609}" type="sibTrans" cxnId="{101FC283-37F5-401D-80CA-EB33C255C2C5}">
      <dgm:prSet/>
      <dgm:spPr/>
      <dgm:t>
        <a:bodyPr/>
        <a:lstStyle/>
        <a:p>
          <a:pPr algn="just"/>
          <a:endParaRPr lang="en-US" b="1"/>
        </a:p>
      </dgm:t>
    </dgm:pt>
    <dgm:pt modelId="{A3A5FB5F-0136-4B1C-8BDB-1271144D43CA}">
      <dgm:prSet/>
      <dgm:spPr/>
      <dgm:t>
        <a:bodyPr/>
        <a:lstStyle/>
        <a:p>
          <a:pPr algn="just">
            <a:buFont typeface="+mj-lt"/>
            <a:buAutoNum type="arabicPeriod"/>
          </a:pPr>
          <a:r>
            <a:rPr lang="en-US" b="1" dirty="0" err="1">
              <a:solidFill>
                <a:srgbClr val="FF0000"/>
              </a:solidFill>
            </a:rPr>
            <a:t>Identifikasi</a:t>
          </a:r>
          <a:r>
            <a:rPr lang="en-US" b="1" dirty="0">
              <a:solidFill>
                <a:srgbClr val="FF0000"/>
              </a:solidFill>
            </a:rPr>
            <a:t> </a:t>
          </a:r>
          <a:r>
            <a:rPr lang="en-US" b="1" dirty="0" err="1">
              <a:solidFill>
                <a:srgbClr val="FF0000"/>
              </a:solidFill>
            </a:rPr>
            <a:t>Masalah</a:t>
          </a:r>
          <a:r>
            <a:rPr lang="en-US" b="1" dirty="0">
              <a:solidFill>
                <a:srgbClr val="FF0000"/>
              </a:solidFill>
            </a:rPr>
            <a:t>:</a:t>
          </a:r>
        </a:p>
      </dgm:t>
    </dgm:pt>
    <dgm:pt modelId="{50BB93ED-5133-4061-A1D0-44AD65988353}" type="parTrans" cxnId="{E428911D-805F-469A-AA63-033001311E27}">
      <dgm:prSet/>
      <dgm:spPr/>
      <dgm:t>
        <a:bodyPr/>
        <a:lstStyle/>
        <a:p>
          <a:pPr algn="just"/>
          <a:endParaRPr lang="en-US" b="1"/>
        </a:p>
      </dgm:t>
    </dgm:pt>
    <dgm:pt modelId="{80ACD5DB-F629-425D-94AC-180CFCBBE458}" type="sibTrans" cxnId="{E428911D-805F-469A-AA63-033001311E27}">
      <dgm:prSet/>
      <dgm:spPr/>
      <dgm:t>
        <a:bodyPr/>
        <a:lstStyle/>
        <a:p>
          <a:pPr algn="just"/>
          <a:endParaRPr lang="en-US" b="1"/>
        </a:p>
      </dgm:t>
    </dgm:pt>
    <dgm:pt modelId="{E393E01D-A9BD-4788-A1A7-952308D66AC8}">
      <dgm:prSet/>
      <dgm:spPr/>
      <dgm:t>
        <a:bodyPr/>
        <a:lstStyle/>
        <a:p>
          <a:pPr algn="just">
            <a:buSzPts val="1000"/>
            <a:buFont typeface="Courier New" panose="02070309020205020404" pitchFamily="49" charset="0"/>
            <a:buChar char="o"/>
          </a:pPr>
          <a:r>
            <a:rPr lang="it-IT" b="1" dirty="0"/>
            <a:t>Menggunakan data dari manajemen insiden untuk mengidentifikasi pola insiden berulang dan potensi masalah.</a:t>
          </a:r>
          <a:endParaRPr lang="en-US" b="1" dirty="0"/>
        </a:p>
      </dgm:t>
    </dgm:pt>
    <dgm:pt modelId="{3E600AFE-1911-4297-BC55-3F1DD4AC45AF}" type="parTrans" cxnId="{F7EBEC8F-FCFD-4B19-BB6C-8E96D566FFF5}">
      <dgm:prSet/>
      <dgm:spPr/>
      <dgm:t>
        <a:bodyPr/>
        <a:lstStyle/>
        <a:p>
          <a:pPr algn="just"/>
          <a:endParaRPr lang="en-US" b="1"/>
        </a:p>
      </dgm:t>
    </dgm:pt>
    <dgm:pt modelId="{B39A00BB-C60C-476B-8485-DD3769C597BD}" type="sibTrans" cxnId="{F7EBEC8F-FCFD-4B19-BB6C-8E96D566FFF5}">
      <dgm:prSet/>
      <dgm:spPr/>
      <dgm:t>
        <a:bodyPr/>
        <a:lstStyle/>
        <a:p>
          <a:pPr algn="just"/>
          <a:endParaRPr lang="en-US" b="1"/>
        </a:p>
      </dgm:t>
    </dgm:pt>
    <dgm:pt modelId="{565F7FA8-B35F-46D1-A57F-4C4B3D28B212}">
      <dgm:prSet/>
      <dgm:spPr/>
      <dgm:t>
        <a:bodyPr/>
        <a:lstStyle/>
        <a:p>
          <a:pPr algn="just">
            <a:buSzPts val="1000"/>
            <a:buFont typeface="Courier New" panose="02070309020205020404" pitchFamily="49" charset="0"/>
            <a:buChar char="o"/>
          </a:pPr>
          <a:r>
            <a:rPr lang="en-US" b="1"/>
            <a:t>Melibatkan tim teknis untuk melakukan analisis mendalam terhadap penyebab akar (root cause) masalah.</a:t>
          </a:r>
        </a:p>
      </dgm:t>
    </dgm:pt>
    <dgm:pt modelId="{46FC7B4D-65C8-4711-AC30-50D82D1BB975}" type="parTrans" cxnId="{4D42E163-D353-4E68-BA19-176D8102E043}">
      <dgm:prSet/>
      <dgm:spPr/>
      <dgm:t>
        <a:bodyPr/>
        <a:lstStyle/>
        <a:p>
          <a:pPr algn="just"/>
          <a:endParaRPr lang="en-US" b="1"/>
        </a:p>
      </dgm:t>
    </dgm:pt>
    <dgm:pt modelId="{3F73F9B1-11AE-4CB2-B2A1-FEAB85D67A05}" type="sibTrans" cxnId="{4D42E163-D353-4E68-BA19-176D8102E043}">
      <dgm:prSet/>
      <dgm:spPr/>
      <dgm:t>
        <a:bodyPr/>
        <a:lstStyle/>
        <a:p>
          <a:pPr algn="just"/>
          <a:endParaRPr lang="en-US" b="1"/>
        </a:p>
      </dgm:t>
    </dgm:pt>
    <dgm:pt modelId="{FACC48DC-709E-47C7-9055-F6514FF4CEFF}" type="pres">
      <dgm:prSet presAssocID="{2299D6D0-5C7E-41B0-861B-43D5EE693171}" presName="linear" presStyleCnt="0">
        <dgm:presLayoutVars>
          <dgm:dir/>
          <dgm:animLvl val="lvl"/>
          <dgm:resizeHandles val="exact"/>
        </dgm:presLayoutVars>
      </dgm:prSet>
      <dgm:spPr/>
    </dgm:pt>
    <dgm:pt modelId="{28A54329-8B3C-4647-A187-DA817D0D1D41}" type="pres">
      <dgm:prSet presAssocID="{1FFC5A78-8E6C-4AC9-A868-00AF27BAA388}" presName="parentLin" presStyleCnt="0"/>
      <dgm:spPr/>
    </dgm:pt>
    <dgm:pt modelId="{C56E64CC-A442-4E36-9093-2C7FCAF6BDF8}" type="pres">
      <dgm:prSet presAssocID="{1FFC5A78-8E6C-4AC9-A868-00AF27BAA388}" presName="parentLeftMargin" presStyleLbl="node1" presStyleIdx="0" presStyleCnt="1"/>
      <dgm:spPr/>
    </dgm:pt>
    <dgm:pt modelId="{8AA327D4-F2CF-4AE0-90A7-D01FBC120DC3}" type="pres">
      <dgm:prSet presAssocID="{1FFC5A78-8E6C-4AC9-A868-00AF27BAA388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13F2D0D1-836F-4799-9349-F95786A118D5}" type="pres">
      <dgm:prSet presAssocID="{1FFC5A78-8E6C-4AC9-A868-00AF27BAA388}" presName="negativeSpace" presStyleCnt="0"/>
      <dgm:spPr/>
    </dgm:pt>
    <dgm:pt modelId="{E36BE286-CDF3-49F3-86C7-C9C2FC4F6BE8}" type="pres">
      <dgm:prSet presAssocID="{1FFC5A78-8E6C-4AC9-A868-00AF27BAA388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E428911D-805F-469A-AA63-033001311E27}" srcId="{1FFC5A78-8E6C-4AC9-A868-00AF27BAA388}" destId="{A3A5FB5F-0136-4B1C-8BDB-1271144D43CA}" srcOrd="0" destOrd="0" parTransId="{50BB93ED-5133-4061-A1D0-44AD65988353}" sibTransId="{80ACD5DB-F629-425D-94AC-180CFCBBE458}"/>
    <dgm:cxn modelId="{9A6A2B2B-1651-4DA8-93B0-C5532E56D59B}" type="presOf" srcId="{1FFC5A78-8E6C-4AC9-A868-00AF27BAA388}" destId="{8AA327D4-F2CF-4AE0-90A7-D01FBC120DC3}" srcOrd="1" destOrd="0" presId="urn:microsoft.com/office/officeart/2005/8/layout/list1"/>
    <dgm:cxn modelId="{4D42E163-D353-4E68-BA19-176D8102E043}" srcId="{A3A5FB5F-0136-4B1C-8BDB-1271144D43CA}" destId="{565F7FA8-B35F-46D1-A57F-4C4B3D28B212}" srcOrd="1" destOrd="0" parTransId="{46FC7B4D-65C8-4711-AC30-50D82D1BB975}" sibTransId="{3F73F9B1-11AE-4CB2-B2A1-FEAB85D67A05}"/>
    <dgm:cxn modelId="{021CF346-A5B2-423D-AC5C-3974A0D43942}" type="presOf" srcId="{E393E01D-A9BD-4788-A1A7-952308D66AC8}" destId="{E36BE286-CDF3-49F3-86C7-C9C2FC4F6BE8}" srcOrd="0" destOrd="1" presId="urn:microsoft.com/office/officeart/2005/8/layout/list1"/>
    <dgm:cxn modelId="{75EFD356-7744-4D85-9955-2DD0648FC2FA}" type="presOf" srcId="{565F7FA8-B35F-46D1-A57F-4C4B3D28B212}" destId="{E36BE286-CDF3-49F3-86C7-C9C2FC4F6BE8}" srcOrd="0" destOrd="2" presId="urn:microsoft.com/office/officeart/2005/8/layout/list1"/>
    <dgm:cxn modelId="{101FC283-37F5-401D-80CA-EB33C255C2C5}" srcId="{2299D6D0-5C7E-41B0-861B-43D5EE693171}" destId="{1FFC5A78-8E6C-4AC9-A868-00AF27BAA388}" srcOrd="0" destOrd="0" parTransId="{6509B3AB-F2EA-40FC-AD2A-6A020BE2A895}" sibTransId="{1E73A65A-9221-416A-A2CB-1145D852B609}"/>
    <dgm:cxn modelId="{F7EBEC8F-FCFD-4B19-BB6C-8E96D566FFF5}" srcId="{A3A5FB5F-0136-4B1C-8BDB-1271144D43CA}" destId="{E393E01D-A9BD-4788-A1A7-952308D66AC8}" srcOrd="0" destOrd="0" parTransId="{3E600AFE-1911-4297-BC55-3F1DD4AC45AF}" sibTransId="{B39A00BB-C60C-476B-8485-DD3769C597BD}"/>
    <dgm:cxn modelId="{798EE999-82D3-4F94-9EE3-28A3DC9D0123}" type="presOf" srcId="{1FFC5A78-8E6C-4AC9-A868-00AF27BAA388}" destId="{C56E64CC-A442-4E36-9093-2C7FCAF6BDF8}" srcOrd="0" destOrd="0" presId="urn:microsoft.com/office/officeart/2005/8/layout/list1"/>
    <dgm:cxn modelId="{CE4C5CC5-685C-4D56-8076-DF1D796BE930}" type="presOf" srcId="{2299D6D0-5C7E-41B0-861B-43D5EE693171}" destId="{FACC48DC-709E-47C7-9055-F6514FF4CEFF}" srcOrd="0" destOrd="0" presId="urn:microsoft.com/office/officeart/2005/8/layout/list1"/>
    <dgm:cxn modelId="{3783C1C8-0F50-4608-9E6E-E899F8D38A33}" type="presOf" srcId="{A3A5FB5F-0136-4B1C-8BDB-1271144D43CA}" destId="{E36BE286-CDF3-49F3-86C7-C9C2FC4F6BE8}" srcOrd="0" destOrd="0" presId="urn:microsoft.com/office/officeart/2005/8/layout/list1"/>
    <dgm:cxn modelId="{2268CE3F-7469-4F17-96D6-1ECF6569FF3B}" type="presParOf" srcId="{FACC48DC-709E-47C7-9055-F6514FF4CEFF}" destId="{28A54329-8B3C-4647-A187-DA817D0D1D41}" srcOrd="0" destOrd="0" presId="urn:microsoft.com/office/officeart/2005/8/layout/list1"/>
    <dgm:cxn modelId="{3734862F-84E7-45C9-90D3-391B09956309}" type="presParOf" srcId="{28A54329-8B3C-4647-A187-DA817D0D1D41}" destId="{C56E64CC-A442-4E36-9093-2C7FCAF6BDF8}" srcOrd="0" destOrd="0" presId="urn:microsoft.com/office/officeart/2005/8/layout/list1"/>
    <dgm:cxn modelId="{37F9A341-8556-4FA2-9138-D010D02594DD}" type="presParOf" srcId="{28A54329-8B3C-4647-A187-DA817D0D1D41}" destId="{8AA327D4-F2CF-4AE0-90A7-D01FBC120DC3}" srcOrd="1" destOrd="0" presId="urn:microsoft.com/office/officeart/2005/8/layout/list1"/>
    <dgm:cxn modelId="{9897B048-A34A-4462-8490-53E3A6694C76}" type="presParOf" srcId="{FACC48DC-709E-47C7-9055-F6514FF4CEFF}" destId="{13F2D0D1-836F-4799-9349-F95786A118D5}" srcOrd="1" destOrd="0" presId="urn:microsoft.com/office/officeart/2005/8/layout/list1"/>
    <dgm:cxn modelId="{3BBC0F89-1E58-43CE-9622-38FE4B0DA71F}" type="presParOf" srcId="{FACC48DC-709E-47C7-9055-F6514FF4CEFF}" destId="{E36BE286-CDF3-49F3-86C7-C9C2FC4F6BE8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2299D6D0-5C7E-41B0-861B-43D5EE693171}" type="doc">
      <dgm:prSet loTypeId="urn:microsoft.com/office/officeart/2005/8/layout/list1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1FFC5A78-8E6C-4AC9-A868-00AF27BAA388}">
      <dgm:prSet/>
      <dgm:spPr/>
      <dgm:t>
        <a:bodyPr/>
        <a:lstStyle/>
        <a:p>
          <a:pPr algn="just"/>
          <a:r>
            <a:rPr lang="en-US" b="1" dirty="0" err="1"/>
            <a:t>Kegiatan</a:t>
          </a:r>
          <a:r>
            <a:rPr lang="en-US" b="1" dirty="0"/>
            <a:t> Utama:</a:t>
          </a:r>
        </a:p>
      </dgm:t>
    </dgm:pt>
    <dgm:pt modelId="{6509B3AB-F2EA-40FC-AD2A-6A020BE2A895}" type="parTrans" cxnId="{101FC283-37F5-401D-80CA-EB33C255C2C5}">
      <dgm:prSet/>
      <dgm:spPr/>
      <dgm:t>
        <a:bodyPr/>
        <a:lstStyle/>
        <a:p>
          <a:pPr algn="just"/>
          <a:endParaRPr lang="en-US" b="1"/>
        </a:p>
      </dgm:t>
    </dgm:pt>
    <dgm:pt modelId="{1E73A65A-9221-416A-A2CB-1145D852B609}" type="sibTrans" cxnId="{101FC283-37F5-401D-80CA-EB33C255C2C5}">
      <dgm:prSet/>
      <dgm:spPr/>
      <dgm:t>
        <a:bodyPr/>
        <a:lstStyle/>
        <a:p>
          <a:pPr algn="just"/>
          <a:endParaRPr lang="en-US" b="1"/>
        </a:p>
      </dgm:t>
    </dgm:pt>
    <dgm:pt modelId="{A3A5FB5F-0136-4B1C-8BDB-1271144D43CA}">
      <dgm:prSet/>
      <dgm:spPr/>
      <dgm:t>
        <a:bodyPr/>
        <a:lstStyle/>
        <a:p>
          <a:pPr algn="just">
            <a:buFont typeface="+mj-lt"/>
            <a:buAutoNum type="arabicPeriod" startAt="2"/>
          </a:pPr>
          <a:r>
            <a:rPr lang="en-US" b="1" dirty="0" err="1">
              <a:solidFill>
                <a:srgbClr val="FF0000"/>
              </a:solidFill>
            </a:rPr>
            <a:t>Pengembangan</a:t>
          </a:r>
          <a:r>
            <a:rPr lang="en-US" b="1" dirty="0">
              <a:solidFill>
                <a:srgbClr val="FF0000"/>
              </a:solidFill>
            </a:rPr>
            <a:t> Solusi </a:t>
          </a:r>
          <a:r>
            <a:rPr lang="en-US" b="1" dirty="0" err="1">
              <a:solidFill>
                <a:srgbClr val="FF0000"/>
              </a:solidFill>
            </a:rPr>
            <a:t>Permanen</a:t>
          </a:r>
          <a:r>
            <a:rPr lang="en-US" b="1" dirty="0">
              <a:solidFill>
                <a:srgbClr val="FF0000"/>
              </a:solidFill>
            </a:rPr>
            <a:t>:</a:t>
          </a:r>
        </a:p>
      </dgm:t>
    </dgm:pt>
    <dgm:pt modelId="{50BB93ED-5133-4061-A1D0-44AD65988353}" type="parTrans" cxnId="{E428911D-805F-469A-AA63-033001311E27}">
      <dgm:prSet/>
      <dgm:spPr/>
      <dgm:t>
        <a:bodyPr/>
        <a:lstStyle/>
        <a:p>
          <a:pPr algn="just"/>
          <a:endParaRPr lang="en-US" b="1"/>
        </a:p>
      </dgm:t>
    </dgm:pt>
    <dgm:pt modelId="{80ACD5DB-F629-425D-94AC-180CFCBBE458}" type="sibTrans" cxnId="{E428911D-805F-469A-AA63-033001311E27}">
      <dgm:prSet/>
      <dgm:spPr/>
      <dgm:t>
        <a:bodyPr/>
        <a:lstStyle/>
        <a:p>
          <a:pPr algn="just"/>
          <a:endParaRPr lang="en-US" b="1"/>
        </a:p>
      </dgm:t>
    </dgm:pt>
    <dgm:pt modelId="{A501DD85-8BA9-4AD8-B23A-8AFAC3E0EE22}">
      <dgm:prSet/>
      <dgm:spPr/>
      <dgm:t>
        <a:bodyPr/>
        <a:lstStyle/>
        <a:p>
          <a:pPr algn="just">
            <a:buSzPts val="1000"/>
            <a:buFont typeface="Courier New" panose="02070309020205020404" pitchFamily="49" charset="0"/>
            <a:buChar char="o"/>
          </a:pPr>
          <a:r>
            <a:rPr lang="en-US" b="1"/>
            <a:t>Mengembangkan dan menguji solusi yang mengatasi penyebab akar masalah.</a:t>
          </a:r>
        </a:p>
      </dgm:t>
    </dgm:pt>
    <dgm:pt modelId="{EE06A4D5-B1DF-4F22-90DB-BC57F27C59E3}" type="parTrans" cxnId="{E318EA25-C4B2-4F60-84FD-8F74D526A42A}">
      <dgm:prSet/>
      <dgm:spPr/>
      <dgm:t>
        <a:bodyPr/>
        <a:lstStyle/>
        <a:p>
          <a:endParaRPr lang="en-US"/>
        </a:p>
      </dgm:t>
    </dgm:pt>
    <dgm:pt modelId="{6302BD04-FF34-4490-B3EC-F98D3BE777AE}" type="sibTrans" cxnId="{E318EA25-C4B2-4F60-84FD-8F74D526A42A}">
      <dgm:prSet/>
      <dgm:spPr/>
      <dgm:t>
        <a:bodyPr/>
        <a:lstStyle/>
        <a:p>
          <a:endParaRPr lang="en-US"/>
        </a:p>
      </dgm:t>
    </dgm:pt>
    <dgm:pt modelId="{F9D5DDDE-9C80-464B-B483-AF19737494C6}">
      <dgm:prSet/>
      <dgm:spPr/>
      <dgm:t>
        <a:bodyPr/>
        <a:lstStyle/>
        <a:p>
          <a:pPr algn="just">
            <a:buSzPts val="1000"/>
            <a:buFont typeface="Courier New" panose="02070309020205020404" pitchFamily="49" charset="0"/>
            <a:buChar char="o"/>
          </a:pPr>
          <a:r>
            <a:rPr lang="en-US" b="1"/>
            <a:t>Mengimplementasikan solusi permanen untuk mencegah terulangnya masalah yang sama.</a:t>
          </a:r>
        </a:p>
      </dgm:t>
    </dgm:pt>
    <dgm:pt modelId="{89F7DD26-6584-42E6-9AA2-18CD0DE8CF66}" type="parTrans" cxnId="{4ED8F477-6D72-45BB-B9FD-B48A94434EF2}">
      <dgm:prSet/>
      <dgm:spPr/>
      <dgm:t>
        <a:bodyPr/>
        <a:lstStyle/>
        <a:p>
          <a:endParaRPr lang="en-US"/>
        </a:p>
      </dgm:t>
    </dgm:pt>
    <dgm:pt modelId="{AA341B22-5A8C-42D1-80C6-0C92E45C085A}" type="sibTrans" cxnId="{4ED8F477-6D72-45BB-B9FD-B48A94434EF2}">
      <dgm:prSet/>
      <dgm:spPr/>
      <dgm:t>
        <a:bodyPr/>
        <a:lstStyle/>
        <a:p>
          <a:endParaRPr lang="en-US"/>
        </a:p>
      </dgm:t>
    </dgm:pt>
    <dgm:pt modelId="{FACC48DC-709E-47C7-9055-F6514FF4CEFF}" type="pres">
      <dgm:prSet presAssocID="{2299D6D0-5C7E-41B0-861B-43D5EE693171}" presName="linear" presStyleCnt="0">
        <dgm:presLayoutVars>
          <dgm:dir/>
          <dgm:animLvl val="lvl"/>
          <dgm:resizeHandles val="exact"/>
        </dgm:presLayoutVars>
      </dgm:prSet>
      <dgm:spPr/>
    </dgm:pt>
    <dgm:pt modelId="{28A54329-8B3C-4647-A187-DA817D0D1D41}" type="pres">
      <dgm:prSet presAssocID="{1FFC5A78-8E6C-4AC9-A868-00AF27BAA388}" presName="parentLin" presStyleCnt="0"/>
      <dgm:spPr/>
    </dgm:pt>
    <dgm:pt modelId="{C56E64CC-A442-4E36-9093-2C7FCAF6BDF8}" type="pres">
      <dgm:prSet presAssocID="{1FFC5A78-8E6C-4AC9-A868-00AF27BAA388}" presName="parentLeftMargin" presStyleLbl="node1" presStyleIdx="0" presStyleCnt="1"/>
      <dgm:spPr/>
    </dgm:pt>
    <dgm:pt modelId="{8AA327D4-F2CF-4AE0-90A7-D01FBC120DC3}" type="pres">
      <dgm:prSet presAssocID="{1FFC5A78-8E6C-4AC9-A868-00AF27BAA388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13F2D0D1-836F-4799-9349-F95786A118D5}" type="pres">
      <dgm:prSet presAssocID="{1FFC5A78-8E6C-4AC9-A868-00AF27BAA388}" presName="negativeSpace" presStyleCnt="0"/>
      <dgm:spPr/>
    </dgm:pt>
    <dgm:pt modelId="{E36BE286-CDF3-49F3-86C7-C9C2FC4F6BE8}" type="pres">
      <dgm:prSet presAssocID="{1FFC5A78-8E6C-4AC9-A868-00AF27BAA388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E428911D-805F-469A-AA63-033001311E27}" srcId="{1FFC5A78-8E6C-4AC9-A868-00AF27BAA388}" destId="{A3A5FB5F-0136-4B1C-8BDB-1271144D43CA}" srcOrd="0" destOrd="0" parTransId="{50BB93ED-5133-4061-A1D0-44AD65988353}" sibTransId="{80ACD5DB-F629-425D-94AC-180CFCBBE458}"/>
    <dgm:cxn modelId="{E318EA25-C4B2-4F60-84FD-8F74D526A42A}" srcId="{A3A5FB5F-0136-4B1C-8BDB-1271144D43CA}" destId="{A501DD85-8BA9-4AD8-B23A-8AFAC3E0EE22}" srcOrd="0" destOrd="0" parTransId="{EE06A4D5-B1DF-4F22-90DB-BC57F27C59E3}" sibTransId="{6302BD04-FF34-4490-B3EC-F98D3BE777AE}"/>
    <dgm:cxn modelId="{9A6A2B2B-1651-4DA8-93B0-C5532E56D59B}" type="presOf" srcId="{1FFC5A78-8E6C-4AC9-A868-00AF27BAA388}" destId="{8AA327D4-F2CF-4AE0-90A7-D01FBC120DC3}" srcOrd="1" destOrd="0" presId="urn:microsoft.com/office/officeart/2005/8/layout/list1"/>
    <dgm:cxn modelId="{4ED8F477-6D72-45BB-B9FD-B48A94434EF2}" srcId="{A3A5FB5F-0136-4B1C-8BDB-1271144D43CA}" destId="{F9D5DDDE-9C80-464B-B483-AF19737494C6}" srcOrd="1" destOrd="0" parTransId="{89F7DD26-6584-42E6-9AA2-18CD0DE8CF66}" sibTransId="{AA341B22-5A8C-42D1-80C6-0C92E45C085A}"/>
    <dgm:cxn modelId="{2E543782-A94B-478E-94D3-ABC32196A8BE}" type="presOf" srcId="{F9D5DDDE-9C80-464B-B483-AF19737494C6}" destId="{E36BE286-CDF3-49F3-86C7-C9C2FC4F6BE8}" srcOrd="0" destOrd="2" presId="urn:microsoft.com/office/officeart/2005/8/layout/list1"/>
    <dgm:cxn modelId="{101FC283-37F5-401D-80CA-EB33C255C2C5}" srcId="{2299D6D0-5C7E-41B0-861B-43D5EE693171}" destId="{1FFC5A78-8E6C-4AC9-A868-00AF27BAA388}" srcOrd="0" destOrd="0" parTransId="{6509B3AB-F2EA-40FC-AD2A-6A020BE2A895}" sibTransId="{1E73A65A-9221-416A-A2CB-1145D852B609}"/>
    <dgm:cxn modelId="{798EE999-82D3-4F94-9EE3-28A3DC9D0123}" type="presOf" srcId="{1FFC5A78-8E6C-4AC9-A868-00AF27BAA388}" destId="{C56E64CC-A442-4E36-9093-2C7FCAF6BDF8}" srcOrd="0" destOrd="0" presId="urn:microsoft.com/office/officeart/2005/8/layout/list1"/>
    <dgm:cxn modelId="{0C8BC6B3-CA72-4997-808C-A2B443D5E97D}" type="presOf" srcId="{A501DD85-8BA9-4AD8-B23A-8AFAC3E0EE22}" destId="{E36BE286-CDF3-49F3-86C7-C9C2FC4F6BE8}" srcOrd="0" destOrd="1" presId="urn:microsoft.com/office/officeart/2005/8/layout/list1"/>
    <dgm:cxn modelId="{CE4C5CC5-685C-4D56-8076-DF1D796BE930}" type="presOf" srcId="{2299D6D0-5C7E-41B0-861B-43D5EE693171}" destId="{FACC48DC-709E-47C7-9055-F6514FF4CEFF}" srcOrd="0" destOrd="0" presId="urn:microsoft.com/office/officeart/2005/8/layout/list1"/>
    <dgm:cxn modelId="{3783C1C8-0F50-4608-9E6E-E899F8D38A33}" type="presOf" srcId="{A3A5FB5F-0136-4B1C-8BDB-1271144D43CA}" destId="{E36BE286-CDF3-49F3-86C7-C9C2FC4F6BE8}" srcOrd="0" destOrd="0" presId="urn:microsoft.com/office/officeart/2005/8/layout/list1"/>
    <dgm:cxn modelId="{2268CE3F-7469-4F17-96D6-1ECF6569FF3B}" type="presParOf" srcId="{FACC48DC-709E-47C7-9055-F6514FF4CEFF}" destId="{28A54329-8B3C-4647-A187-DA817D0D1D41}" srcOrd="0" destOrd="0" presId="urn:microsoft.com/office/officeart/2005/8/layout/list1"/>
    <dgm:cxn modelId="{3734862F-84E7-45C9-90D3-391B09956309}" type="presParOf" srcId="{28A54329-8B3C-4647-A187-DA817D0D1D41}" destId="{C56E64CC-A442-4E36-9093-2C7FCAF6BDF8}" srcOrd="0" destOrd="0" presId="urn:microsoft.com/office/officeart/2005/8/layout/list1"/>
    <dgm:cxn modelId="{37F9A341-8556-4FA2-9138-D010D02594DD}" type="presParOf" srcId="{28A54329-8B3C-4647-A187-DA817D0D1D41}" destId="{8AA327D4-F2CF-4AE0-90A7-D01FBC120DC3}" srcOrd="1" destOrd="0" presId="urn:microsoft.com/office/officeart/2005/8/layout/list1"/>
    <dgm:cxn modelId="{9897B048-A34A-4462-8490-53E3A6694C76}" type="presParOf" srcId="{FACC48DC-709E-47C7-9055-F6514FF4CEFF}" destId="{13F2D0D1-836F-4799-9349-F95786A118D5}" srcOrd="1" destOrd="0" presId="urn:microsoft.com/office/officeart/2005/8/layout/list1"/>
    <dgm:cxn modelId="{3BBC0F89-1E58-43CE-9622-38FE4B0DA71F}" type="presParOf" srcId="{FACC48DC-709E-47C7-9055-F6514FF4CEFF}" destId="{E36BE286-CDF3-49F3-86C7-C9C2FC4F6BE8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2299D6D0-5C7E-41B0-861B-43D5EE693171}" type="doc">
      <dgm:prSet loTypeId="urn:microsoft.com/office/officeart/2005/8/layout/list1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1FFC5A78-8E6C-4AC9-A868-00AF27BAA388}">
      <dgm:prSet/>
      <dgm:spPr/>
      <dgm:t>
        <a:bodyPr/>
        <a:lstStyle/>
        <a:p>
          <a:pPr algn="just"/>
          <a:r>
            <a:rPr lang="en-US" b="1" dirty="0" err="1"/>
            <a:t>Kegiatan</a:t>
          </a:r>
          <a:r>
            <a:rPr lang="en-US" b="1" dirty="0"/>
            <a:t> Utama:</a:t>
          </a:r>
        </a:p>
      </dgm:t>
    </dgm:pt>
    <dgm:pt modelId="{6509B3AB-F2EA-40FC-AD2A-6A020BE2A895}" type="parTrans" cxnId="{101FC283-37F5-401D-80CA-EB33C255C2C5}">
      <dgm:prSet/>
      <dgm:spPr/>
      <dgm:t>
        <a:bodyPr/>
        <a:lstStyle/>
        <a:p>
          <a:pPr algn="just"/>
          <a:endParaRPr lang="en-US" b="1"/>
        </a:p>
      </dgm:t>
    </dgm:pt>
    <dgm:pt modelId="{1E73A65A-9221-416A-A2CB-1145D852B609}" type="sibTrans" cxnId="{101FC283-37F5-401D-80CA-EB33C255C2C5}">
      <dgm:prSet/>
      <dgm:spPr/>
      <dgm:t>
        <a:bodyPr/>
        <a:lstStyle/>
        <a:p>
          <a:pPr algn="just"/>
          <a:endParaRPr lang="en-US" b="1"/>
        </a:p>
      </dgm:t>
    </dgm:pt>
    <dgm:pt modelId="{A3A5FB5F-0136-4B1C-8BDB-1271144D43CA}">
      <dgm:prSet/>
      <dgm:spPr/>
      <dgm:t>
        <a:bodyPr/>
        <a:lstStyle/>
        <a:p>
          <a:pPr algn="just">
            <a:buFont typeface="+mj-lt"/>
            <a:buAutoNum type="arabicPeriod" startAt="3"/>
          </a:pPr>
          <a:r>
            <a:rPr lang="en-US" b="1" dirty="0" err="1">
              <a:solidFill>
                <a:srgbClr val="FF0000"/>
              </a:solidFill>
            </a:rPr>
            <a:t>Pemantauan</a:t>
          </a:r>
          <a:r>
            <a:rPr lang="en-US" b="1" dirty="0">
              <a:solidFill>
                <a:srgbClr val="FF0000"/>
              </a:solidFill>
            </a:rPr>
            <a:t> dan </a:t>
          </a:r>
          <a:r>
            <a:rPr lang="en-US" b="1" dirty="0" err="1">
              <a:solidFill>
                <a:srgbClr val="FF0000"/>
              </a:solidFill>
            </a:rPr>
            <a:t>Validasi</a:t>
          </a:r>
          <a:r>
            <a:rPr lang="en-US" b="1" dirty="0">
              <a:solidFill>
                <a:srgbClr val="FF0000"/>
              </a:solidFill>
            </a:rPr>
            <a:t>:</a:t>
          </a:r>
        </a:p>
      </dgm:t>
    </dgm:pt>
    <dgm:pt modelId="{50BB93ED-5133-4061-A1D0-44AD65988353}" type="parTrans" cxnId="{E428911D-805F-469A-AA63-033001311E27}">
      <dgm:prSet/>
      <dgm:spPr/>
      <dgm:t>
        <a:bodyPr/>
        <a:lstStyle/>
        <a:p>
          <a:pPr algn="just"/>
          <a:endParaRPr lang="en-US" b="1"/>
        </a:p>
      </dgm:t>
    </dgm:pt>
    <dgm:pt modelId="{80ACD5DB-F629-425D-94AC-180CFCBBE458}" type="sibTrans" cxnId="{E428911D-805F-469A-AA63-033001311E27}">
      <dgm:prSet/>
      <dgm:spPr/>
      <dgm:t>
        <a:bodyPr/>
        <a:lstStyle/>
        <a:p>
          <a:pPr algn="just"/>
          <a:endParaRPr lang="en-US" b="1"/>
        </a:p>
      </dgm:t>
    </dgm:pt>
    <dgm:pt modelId="{BD7E910C-4076-42F1-B6BE-F81F6F5B8185}">
      <dgm:prSet/>
      <dgm:spPr/>
      <dgm:t>
        <a:bodyPr/>
        <a:lstStyle/>
        <a:p>
          <a:pPr algn="just">
            <a:buSzPts val="1000"/>
            <a:buFont typeface="Courier New" panose="02070309020205020404" pitchFamily="49" charset="0"/>
            <a:buChar char="o"/>
          </a:pPr>
          <a:r>
            <a:rPr lang="en-US" b="1" dirty="0" err="1"/>
            <a:t>Memantau</a:t>
          </a:r>
          <a:r>
            <a:rPr lang="en-US" b="1" dirty="0"/>
            <a:t> </a:t>
          </a:r>
          <a:r>
            <a:rPr lang="en-US" b="1" dirty="0" err="1"/>
            <a:t>efektivitas</a:t>
          </a:r>
          <a:r>
            <a:rPr lang="en-US" b="1" dirty="0"/>
            <a:t> </a:t>
          </a:r>
          <a:r>
            <a:rPr lang="en-US" b="1" dirty="0" err="1"/>
            <a:t>solusi</a:t>
          </a:r>
          <a:r>
            <a:rPr lang="en-US" b="1" dirty="0"/>
            <a:t> yang </a:t>
          </a:r>
          <a:r>
            <a:rPr lang="en-US" b="1" dirty="0" err="1"/>
            <a:t>diterapkan</a:t>
          </a:r>
          <a:r>
            <a:rPr lang="en-US" b="1" dirty="0"/>
            <a:t> </a:t>
          </a:r>
          <a:r>
            <a:rPr lang="en-US" b="1" dirty="0" err="1"/>
            <a:t>untuk</a:t>
          </a:r>
          <a:r>
            <a:rPr lang="en-US" b="1" dirty="0"/>
            <a:t> </a:t>
          </a:r>
          <a:r>
            <a:rPr lang="en-US" b="1" dirty="0" err="1"/>
            <a:t>memastikan</a:t>
          </a:r>
          <a:r>
            <a:rPr lang="en-US" b="1" dirty="0"/>
            <a:t> </a:t>
          </a:r>
          <a:r>
            <a:rPr lang="en-US" b="1" dirty="0" err="1"/>
            <a:t>masalah</a:t>
          </a:r>
          <a:r>
            <a:rPr lang="en-US" b="1" dirty="0"/>
            <a:t> </a:t>
          </a:r>
          <a:r>
            <a:rPr lang="en-US" b="1" dirty="0" err="1"/>
            <a:t>tidak</a:t>
          </a:r>
          <a:r>
            <a:rPr lang="en-US" b="1" dirty="0"/>
            <a:t> </a:t>
          </a:r>
          <a:r>
            <a:rPr lang="en-US" b="1" dirty="0" err="1"/>
            <a:t>terulang</a:t>
          </a:r>
          <a:r>
            <a:rPr lang="en-US" b="1" dirty="0"/>
            <a:t>.</a:t>
          </a:r>
        </a:p>
      </dgm:t>
    </dgm:pt>
    <dgm:pt modelId="{01B91DF8-239E-438B-8A94-B0F5BF81A284}" type="parTrans" cxnId="{091F2BED-B16F-4871-829C-3DBA69203C6C}">
      <dgm:prSet/>
      <dgm:spPr/>
      <dgm:t>
        <a:bodyPr/>
        <a:lstStyle/>
        <a:p>
          <a:pPr algn="just"/>
          <a:endParaRPr lang="en-US" b="1"/>
        </a:p>
      </dgm:t>
    </dgm:pt>
    <dgm:pt modelId="{BF08738E-C50D-4322-BAD4-7B71E88AFBC8}" type="sibTrans" cxnId="{091F2BED-B16F-4871-829C-3DBA69203C6C}">
      <dgm:prSet/>
      <dgm:spPr/>
      <dgm:t>
        <a:bodyPr/>
        <a:lstStyle/>
        <a:p>
          <a:pPr algn="just"/>
          <a:endParaRPr lang="en-US" b="1"/>
        </a:p>
      </dgm:t>
    </dgm:pt>
    <dgm:pt modelId="{5F412351-F9FB-46F1-88C0-52CF0710D10D}">
      <dgm:prSet/>
      <dgm:spPr/>
      <dgm:t>
        <a:bodyPr/>
        <a:lstStyle/>
        <a:p>
          <a:pPr algn="just">
            <a:buSzPts val="1000"/>
            <a:buFont typeface="Courier New" panose="02070309020205020404" pitchFamily="49" charset="0"/>
            <a:buChar char="o"/>
          </a:pPr>
          <a:r>
            <a:rPr lang="en-US" b="1"/>
            <a:t>Melakukan validasi bahwa solusi tersebut telah sepenuhnya menyelesaikan masalah.</a:t>
          </a:r>
        </a:p>
      </dgm:t>
    </dgm:pt>
    <dgm:pt modelId="{24CD99E9-627D-4E3B-AD59-068627D925D8}" type="parTrans" cxnId="{C7F51FFB-F9DE-4805-99A7-CDBA60BC7AC9}">
      <dgm:prSet/>
      <dgm:spPr/>
      <dgm:t>
        <a:bodyPr/>
        <a:lstStyle/>
        <a:p>
          <a:pPr algn="just"/>
          <a:endParaRPr lang="en-US" b="1"/>
        </a:p>
      </dgm:t>
    </dgm:pt>
    <dgm:pt modelId="{ECCDA616-BD1F-4DEC-BC69-4875D3BDED32}" type="sibTrans" cxnId="{C7F51FFB-F9DE-4805-99A7-CDBA60BC7AC9}">
      <dgm:prSet/>
      <dgm:spPr/>
      <dgm:t>
        <a:bodyPr/>
        <a:lstStyle/>
        <a:p>
          <a:pPr algn="just"/>
          <a:endParaRPr lang="en-US" b="1"/>
        </a:p>
      </dgm:t>
    </dgm:pt>
    <dgm:pt modelId="{FACC48DC-709E-47C7-9055-F6514FF4CEFF}" type="pres">
      <dgm:prSet presAssocID="{2299D6D0-5C7E-41B0-861B-43D5EE693171}" presName="linear" presStyleCnt="0">
        <dgm:presLayoutVars>
          <dgm:dir/>
          <dgm:animLvl val="lvl"/>
          <dgm:resizeHandles val="exact"/>
        </dgm:presLayoutVars>
      </dgm:prSet>
      <dgm:spPr/>
    </dgm:pt>
    <dgm:pt modelId="{28A54329-8B3C-4647-A187-DA817D0D1D41}" type="pres">
      <dgm:prSet presAssocID="{1FFC5A78-8E6C-4AC9-A868-00AF27BAA388}" presName="parentLin" presStyleCnt="0"/>
      <dgm:spPr/>
    </dgm:pt>
    <dgm:pt modelId="{C56E64CC-A442-4E36-9093-2C7FCAF6BDF8}" type="pres">
      <dgm:prSet presAssocID="{1FFC5A78-8E6C-4AC9-A868-00AF27BAA388}" presName="parentLeftMargin" presStyleLbl="node1" presStyleIdx="0" presStyleCnt="1"/>
      <dgm:spPr/>
    </dgm:pt>
    <dgm:pt modelId="{8AA327D4-F2CF-4AE0-90A7-D01FBC120DC3}" type="pres">
      <dgm:prSet presAssocID="{1FFC5A78-8E6C-4AC9-A868-00AF27BAA388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13F2D0D1-836F-4799-9349-F95786A118D5}" type="pres">
      <dgm:prSet presAssocID="{1FFC5A78-8E6C-4AC9-A868-00AF27BAA388}" presName="negativeSpace" presStyleCnt="0"/>
      <dgm:spPr/>
    </dgm:pt>
    <dgm:pt modelId="{E36BE286-CDF3-49F3-86C7-C9C2FC4F6BE8}" type="pres">
      <dgm:prSet presAssocID="{1FFC5A78-8E6C-4AC9-A868-00AF27BAA388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E428911D-805F-469A-AA63-033001311E27}" srcId="{1FFC5A78-8E6C-4AC9-A868-00AF27BAA388}" destId="{A3A5FB5F-0136-4B1C-8BDB-1271144D43CA}" srcOrd="0" destOrd="0" parTransId="{50BB93ED-5133-4061-A1D0-44AD65988353}" sibTransId="{80ACD5DB-F629-425D-94AC-180CFCBBE458}"/>
    <dgm:cxn modelId="{9A6A2B2B-1651-4DA8-93B0-C5532E56D59B}" type="presOf" srcId="{1FFC5A78-8E6C-4AC9-A868-00AF27BAA388}" destId="{8AA327D4-F2CF-4AE0-90A7-D01FBC120DC3}" srcOrd="1" destOrd="0" presId="urn:microsoft.com/office/officeart/2005/8/layout/list1"/>
    <dgm:cxn modelId="{74FCBE39-5A91-4D84-A101-A7F0E12C0D0F}" type="presOf" srcId="{5F412351-F9FB-46F1-88C0-52CF0710D10D}" destId="{E36BE286-CDF3-49F3-86C7-C9C2FC4F6BE8}" srcOrd="0" destOrd="2" presId="urn:microsoft.com/office/officeart/2005/8/layout/list1"/>
    <dgm:cxn modelId="{07EE487C-5B94-4B92-A1EA-9E2DB3E0AF12}" type="presOf" srcId="{BD7E910C-4076-42F1-B6BE-F81F6F5B8185}" destId="{E36BE286-CDF3-49F3-86C7-C9C2FC4F6BE8}" srcOrd="0" destOrd="1" presId="urn:microsoft.com/office/officeart/2005/8/layout/list1"/>
    <dgm:cxn modelId="{101FC283-37F5-401D-80CA-EB33C255C2C5}" srcId="{2299D6D0-5C7E-41B0-861B-43D5EE693171}" destId="{1FFC5A78-8E6C-4AC9-A868-00AF27BAA388}" srcOrd="0" destOrd="0" parTransId="{6509B3AB-F2EA-40FC-AD2A-6A020BE2A895}" sibTransId="{1E73A65A-9221-416A-A2CB-1145D852B609}"/>
    <dgm:cxn modelId="{798EE999-82D3-4F94-9EE3-28A3DC9D0123}" type="presOf" srcId="{1FFC5A78-8E6C-4AC9-A868-00AF27BAA388}" destId="{C56E64CC-A442-4E36-9093-2C7FCAF6BDF8}" srcOrd="0" destOrd="0" presId="urn:microsoft.com/office/officeart/2005/8/layout/list1"/>
    <dgm:cxn modelId="{CE4C5CC5-685C-4D56-8076-DF1D796BE930}" type="presOf" srcId="{2299D6D0-5C7E-41B0-861B-43D5EE693171}" destId="{FACC48DC-709E-47C7-9055-F6514FF4CEFF}" srcOrd="0" destOrd="0" presId="urn:microsoft.com/office/officeart/2005/8/layout/list1"/>
    <dgm:cxn modelId="{3783C1C8-0F50-4608-9E6E-E899F8D38A33}" type="presOf" srcId="{A3A5FB5F-0136-4B1C-8BDB-1271144D43CA}" destId="{E36BE286-CDF3-49F3-86C7-C9C2FC4F6BE8}" srcOrd="0" destOrd="0" presId="urn:microsoft.com/office/officeart/2005/8/layout/list1"/>
    <dgm:cxn modelId="{091F2BED-B16F-4871-829C-3DBA69203C6C}" srcId="{A3A5FB5F-0136-4B1C-8BDB-1271144D43CA}" destId="{BD7E910C-4076-42F1-B6BE-F81F6F5B8185}" srcOrd="0" destOrd="0" parTransId="{01B91DF8-239E-438B-8A94-B0F5BF81A284}" sibTransId="{BF08738E-C50D-4322-BAD4-7B71E88AFBC8}"/>
    <dgm:cxn modelId="{C7F51FFB-F9DE-4805-99A7-CDBA60BC7AC9}" srcId="{A3A5FB5F-0136-4B1C-8BDB-1271144D43CA}" destId="{5F412351-F9FB-46F1-88C0-52CF0710D10D}" srcOrd="1" destOrd="0" parTransId="{24CD99E9-627D-4E3B-AD59-068627D925D8}" sibTransId="{ECCDA616-BD1F-4DEC-BC69-4875D3BDED32}"/>
    <dgm:cxn modelId="{2268CE3F-7469-4F17-96D6-1ECF6569FF3B}" type="presParOf" srcId="{FACC48DC-709E-47C7-9055-F6514FF4CEFF}" destId="{28A54329-8B3C-4647-A187-DA817D0D1D41}" srcOrd="0" destOrd="0" presId="urn:microsoft.com/office/officeart/2005/8/layout/list1"/>
    <dgm:cxn modelId="{3734862F-84E7-45C9-90D3-391B09956309}" type="presParOf" srcId="{28A54329-8B3C-4647-A187-DA817D0D1D41}" destId="{C56E64CC-A442-4E36-9093-2C7FCAF6BDF8}" srcOrd="0" destOrd="0" presId="urn:microsoft.com/office/officeart/2005/8/layout/list1"/>
    <dgm:cxn modelId="{37F9A341-8556-4FA2-9138-D010D02594DD}" type="presParOf" srcId="{28A54329-8B3C-4647-A187-DA817D0D1D41}" destId="{8AA327D4-F2CF-4AE0-90A7-D01FBC120DC3}" srcOrd="1" destOrd="0" presId="urn:microsoft.com/office/officeart/2005/8/layout/list1"/>
    <dgm:cxn modelId="{9897B048-A34A-4462-8490-53E3A6694C76}" type="presParOf" srcId="{FACC48DC-709E-47C7-9055-F6514FF4CEFF}" destId="{13F2D0D1-836F-4799-9349-F95786A118D5}" srcOrd="1" destOrd="0" presId="urn:microsoft.com/office/officeart/2005/8/layout/list1"/>
    <dgm:cxn modelId="{3BBC0F89-1E58-43CE-9622-38FE4B0DA71F}" type="presParOf" srcId="{FACC48DC-709E-47C7-9055-F6514FF4CEFF}" destId="{E36BE286-CDF3-49F3-86C7-C9C2FC4F6BE8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2299D6D0-5C7E-41B0-861B-43D5EE693171}" type="doc">
      <dgm:prSet loTypeId="urn:microsoft.com/office/officeart/2005/8/layout/list1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1FFC5A78-8E6C-4AC9-A868-00AF27BAA388}">
      <dgm:prSet custT="1"/>
      <dgm:spPr/>
      <dgm:t>
        <a:bodyPr/>
        <a:lstStyle/>
        <a:p>
          <a:pPr algn="just"/>
          <a:r>
            <a:rPr lang="en-US" sz="2400" b="1"/>
            <a:t>Implementasi Praktis Manajemen Insiden dan Layanan Berdasarkan COBIT 2019</a:t>
          </a:r>
          <a:endParaRPr lang="en-US" sz="2400" b="1" dirty="0"/>
        </a:p>
      </dgm:t>
    </dgm:pt>
    <dgm:pt modelId="{6509B3AB-F2EA-40FC-AD2A-6A020BE2A895}" type="parTrans" cxnId="{101FC283-37F5-401D-80CA-EB33C255C2C5}">
      <dgm:prSet/>
      <dgm:spPr/>
      <dgm:t>
        <a:bodyPr/>
        <a:lstStyle/>
        <a:p>
          <a:pPr algn="just"/>
          <a:endParaRPr lang="en-US" sz="3600" b="1"/>
        </a:p>
      </dgm:t>
    </dgm:pt>
    <dgm:pt modelId="{1E73A65A-9221-416A-A2CB-1145D852B609}" type="sibTrans" cxnId="{101FC283-37F5-401D-80CA-EB33C255C2C5}">
      <dgm:prSet/>
      <dgm:spPr/>
      <dgm:t>
        <a:bodyPr/>
        <a:lstStyle/>
        <a:p>
          <a:pPr algn="just"/>
          <a:endParaRPr lang="en-US" sz="3600" b="1"/>
        </a:p>
      </dgm:t>
    </dgm:pt>
    <dgm:pt modelId="{89D8393F-FA51-45E9-AC74-6565AB296A64}">
      <dgm:prSet custT="1"/>
      <dgm:spPr/>
      <dgm:t>
        <a:bodyPr/>
        <a:lstStyle/>
        <a:p>
          <a:pPr algn="just">
            <a:buFont typeface="+mj-lt"/>
            <a:buAutoNum type="arabicPeriod"/>
          </a:pPr>
          <a:r>
            <a:rPr lang="en-US" sz="2400" b="1" dirty="0" err="1">
              <a:solidFill>
                <a:srgbClr val="FF0000"/>
              </a:solidFill>
            </a:rPr>
            <a:t>Membangun</a:t>
          </a:r>
          <a:r>
            <a:rPr lang="en-US" sz="2400" b="1" dirty="0">
              <a:solidFill>
                <a:srgbClr val="FF0000"/>
              </a:solidFill>
            </a:rPr>
            <a:t> </a:t>
          </a:r>
          <a:r>
            <a:rPr lang="en-US" sz="2400" b="1" dirty="0" err="1">
              <a:solidFill>
                <a:srgbClr val="FF0000"/>
              </a:solidFill>
            </a:rPr>
            <a:t>Struktur</a:t>
          </a:r>
          <a:r>
            <a:rPr lang="en-US" sz="2400" b="1" dirty="0">
              <a:solidFill>
                <a:srgbClr val="FF0000"/>
              </a:solidFill>
            </a:rPr>
            <a:t> Tim yang </a:t>
          </a:r>
          <a:r>
            <a:rPr lang="en-US" sz="2400" b="1" dirty="0" err="1">
              <a:solidFill>
                <a:srgbClr val="FF0000"/>
              </a:solidFill>
            </a:rPr>
            <a:t>Jelas</a:t>
          </a:r>
          <a:r>
            <a:rPr lang="en-US" sz="2400" b="1" dirty="0">
              <a:solidFill>
                <a:srgbClr val="FF0000"/>
              </a:solidFill>
            </a:rPr>
            <a:t>:</a:t>
          </a:r>
        </a:p>
      </dgm:t>
    </dgm:pt>
    <dgm:pt modelId="{FBCF1542-56E7-4B58-A3D2-23B69F8A8276}" type="parTrans" cxnId="{5972D820-4CE1-412F-92EC-8038EA91CA57}">
      <dgm:prSet/>
      <dgm:spPr/>
      <dgm:t>
        <a:bodyPr/>
        <a:lstStyle/>
        <a:p>
          <a:pPr algn="just"/>
          <a:endParaRPr lang="en-US" sz="3600" b="1"/>
        </a:p>
      </dgm:t>
    </dgm:pt>
    <dgm:pt modelId="{D1805695-B818-4BAC-8210-ED1686FAFE7F}" type="sibTrans" cxnId="{5972D820-4CE1-412F-92EC-8038EA91CA57}">
      <dgm:prSet/>
      <dgm:spPr/>
      <dgm:t>
        <a:bodyPr/>
        <a:lstStyle/>
        <a:p>
          <a:pPr algn="just"/>
          <a:endParaRPr lang="en-US" sz="3600" b="1"/>
        </a:p>
      </dgm:t>
    </dgm:pt>
    <dgm:pt modelId="{405D92CE-44BD-4112-89B1-C8CD64D37432}">
      <dgm:prSet custT="1"/>
      <dgm:spPr/>
      <dgm:t>
        <a:bodyPr/>
        <a:lstStyle/>
        <a:p>
          <a:pPr algn="just">
            <a:buSzPts val="1000"/>
            <a:buFont typeface="Courier New" panose="02070309020205020404" pitchFamily="49" charset="0"/>
            <a:buChar char="o"/>
          </a:pPr>
          <a:r>
            <a:rPr lang="en-US" sz="2400" b="1"/>
            <a:t>Membentuk tim manajemen insiden yang bertanggung jawab untuk menerima, mengklasifikasikan, dan menyelesaikan insiden.</a:t>
          </a:r>
        </a:p>
      </dgm:t>
    </dgm:pt>
    <dgm:pt modelId="{4026DE62-4F0B-4934-A993-6F12C167434E}" type="parTrans" cxnId="{35FF61D8-F794-4328-8EA5-B793DA7798D8}">
      <dgm:prSet/>
      <dgm:spPr/>
      <dgm:t>
        <a:bodyPr/>
        <a:lstStyle/>
        <a:p>
          <a:pPr algn="just"/>
          <a:endParaRPr lang="en-US" sz="3600" b="1"/>
        </a:p>
      </dgm:t>
    </dgm:pt>
    <dgm:pt modelId="{6C6AF6E8-CD89-4E1B-B392-36FE1FA84D2A}" type="sibTrans" cxnId="{35FF61D8-F794-4328-8EA5-B793DA7798D8}">
      <dgm:prSet/>
      <dgm:spPr/>
      <dgm:t>
        <a:bodyPr/>
        <a:lstStyle/>
        <a:p>
          <a:pPr algn="just"/>
          <a:endParaRPr lang="en-US" sz="3600" b="1"/>
        </a:p>
      </dgm:t>
    </dgm:pt>
    <dgm:pt modelId="{EEA689BC-2E33-4FCC-A3E1-3B7256583162}">
      <dgm:prSet custT="1"/>
      <dgm:spPr/>
      <dgm:t>
        <a:bodyPr/>
        <a:lstStyle/>
        <a:p>
          <a:pPr algn="just">
            <a:buSzPts val="1000"/>
            <a:buFont typeface="Courier New" panose="02070309020205020404" pitchFamily="49" charset="0"/>
            <a:buChar char="o"/>
          </a:pPr>
          <a:r>
            <a:rPr lang="en-US" sz="2400" b="1"/>
            <a:t>Melibatkan tim dukungan teknis dan spesialis untuk penanganan masalah yang lebih kompleks.</a:t>
          </a:r>
        </a:p>
      </dgm:t>
    </dgm:pt>
    <dgm:pt modelId="{879AC61C-6139-4FE4-AB6B-69FF811E1C79}" type="parTrans" cxnId="{3F0FA94E-A0F6-44A1-92AC-CA6F25245273}">
      <dgm:prSet/>
      <dgm:spPr/>
      <dgm:t>
        <a:bodyPr/>
        <a:lstStyle/>
        <a:p>
          <a:pPr algn="just"/>
          <a:endParaRPr lang="en-US" sz="3600" b="1"/>
        </a:p>
      </dgm:t>
    </dgm:pt>
    <dgm:pt modelId="{1F75BE80-8650-4964-ACB6-7199D9155B50}" type="sibTrans" cxnId="{3F0FA94E-A0F6-44A1-92AC-CA6F25245273}">
      <dgm:prSet/>
      <dgm:spPr/>
      <dgm:t>
        <a:bodyPr/>
        <a:lstStyle/>
        <a:p>
          <a:pPr algn="just"/>
          <a:endParaRPr lang="en-US" sz="3600" b="1"/>
        </a:p>
      </dgm:t>
    </dgm:pt>
    <dgm:pt modelId="{FACC48DC-709E-47C7-9055-F6514FF4CEFF}" type="pres">
      <dgm:prSet presAssocID="{2299D6D0-5C7E-41B0-861B-43D5EE693171}" presName="linear" presStyleCnt="0">
        <dgm:presLayoutVars>
          <dgm:dir/>
          <dgm:animLvl val="lvl"/>
          <dgm:resizeHandles val="exact"/>
        </dgm:presLayoutVars>
      </dgm:prSet>
      <dgm:spPr/>
    </dgm:pt>
    <dgm:pt modelId="{28A54329-8B3C-4647-A187-DA817D0D1D41}" type="pres">
      <dgm:prSet presAssocID="{1FFC5A78-8E6C-4AC9-A868-00AF27BAA388}" presName="parentLin" presStyleCnt="0"/>
      <dgm:spPr/>
    </dgm:pt>
    <dgm:pt modelId="{C56E64CC-A442-4E36-9093-2C7FCAF6BDF8}" type="pres">
      <dgm:prSet presAssocID="{1FFC5A78-8E6C-4AC9-A868-00AF27BAA388}" presName="parentLeftMargin" presStyleLbl="node1" presStyleIdx="0" presStyleCnt="1"/>
      <dgm:spPr/>
    </dgm:pt>
    <dgm:pt modelId="{8AA327D4-F2CF-4AE0-90A7-D01FBC120DC3}" type="pres">
      <dgm:prSet presAssocID="{1FFC5A78-8E6C-4AC9-A868-00AF27BAA388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13F2D0D1-836F-4799-9349-F95786A118D5}" type="pres">
      <dgm:prSet presAssocID="{1FFC5A78-8E6C-4AC9-A868-00AF27BAA388}" presName="negativeSpace" presStyleCnt="0"/>
      <dgm:spPr/>
    </dgm:pt>
    <dgm:pt modelId="{E36BE286-CDF3-49F3-86C7-C9C2FC4F6BE8}" type="pres">
      <dgm:prSet presAssocID="{1FFC5A78-8E6C-4AC9-A868-00AF27BAA388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5972D820-4CE1-412F-92EC-8038EA91CA57}" srcId="{1FFC5A78-8E6C-4AC9-A868-00AF27BAA388}" destId="{89D8393F-FA51-45E9-AC74-6565AB296A64}" srcOrd="0" destOrd="0" parTransId="{FBCF1542-56E7-4B58-A3D2-23B69F8A8276}" sibTransId="{D1805695-B818-4BAC-8210-ED1686FAFE7F}"/>
    <dgm:cxn modelId="{9A6A2B2B-1651-4DA8-93B0-C5532E56D59B}" type="presOf" srcId="{1FFC5A78-8E6C-4AC9-A868-00AF27BAA388}" destId="{8AA327D4-F2CF-4AE0-90A7-D01FBC120DC3}" srcOrd="1" destOrd="0" presId="urn:microsoft.com/office/officeart/2005/8/layout/list1"/>
    <dgm:cxn modelId="{79AC9041-01C8-4DDD-ACE0-49376105950A}" type="presOf" srcId="{89D8393F-FA51-45E9-AC74-6565AB296A64}" destId="{E36BE286-CDF3-49F3-86C7-C9C2FC4F6BE8}" srcOrd="0" destOrd="0" presId="urn:microsoft.com/office/officeart/2005/8/layout/list1"/>
    <dgm:cxn modelId="{3F0FA94E-A0F6-44A1-92AC-CA6F25245273}" srcId="{89D8393F-FA51-45E9-AC74-6565AB296A64}" destId="{EEA689BC-2E33-4FCC-A3E1-3B7256583162}" srcOrd="1" destOrd="0" parTransId="{879AC61C-6139-4FE4-AB6B-69FF811E1C79}" sibTransId="{1F75BE80-8650-4964-ACB6-7199D9155B50}"/>
    <dgm:cxn modelId="{101FC283-37F5-401D-80CA-EB33C255C2C5}" srcId="{2299D6D0-5C7E-41B0-861B-43D5EE693171}" destId="{1FFC5A78-8E6C-4AC9-A868-00AF27BAA388}" srcOrd="0" destOrd="0" parTransId="{6509B3AB-F2EA-40FC-AD2A-6A020BE2A895}" sibTransId="{1E73A65A-9221-416A-A2CB-1145D852B609}"/>
    <dgm:cxn modelId="{798EE999-82D3-4F94-9EE3-28A3DC9D0123}" type="presOf" srcId="{1FFC5A78-8E6C-4AC9-A868-00AF27BAA388}" destId="{C56E64CC-A442-4E36-9093-2C7FCAF6BDF8}" srcOrd="0" destOrd="0" presId="urn:microsoft.com/office/officeart/2005/8/layout/list1"/>
    <dgm:cxn modelId="{825104B9-8C1B-4215-89F0-6330455A736E}" type="presOf" srcId="{EEA689BC-2E33-4FCC-A3E1-3B7256583162}" destId="{E36BE286-CDF3-49F3-86C7-C9C2FC4F6BE8}" srcOrd="0" destOrd="2" presId="urn:microsoft.com/office/officeart/2005/8/layout/list1"/>
    <dgm:cxn modelId="{CE4C5CC5-685C-4D56-8076-DF1D796BE930}" type="presOf" srcId="{2299D6D0-5C7E-41B0-861B-43D5EE693171}" destId="{FACC48DC-709E-47C7-9055-F6514FF4CEFF}" srcOrd="0" destOrd="0" presId="urn:microsoft.com/office/officeart/2005/8/layout/list1"/>
    <dgm:cxn modelId="{AF5B8CCE-C36A-4A26-84A5-EAEB442B6A5F}" type="presOf" srcId="{405D92CE-44BD-4112-89B1-C8CD64D37432}" destId="{E36BE286-CDF3-49F3-86C7-C9C2FC4F6BE8}" srcOrd="0" destOrd="1" presId="urn:microsoft.com/office/officeart/2005/8/layout/list1"/>
    <dgm:cxn modelId="{35FF61D8-F794-4328-8EA5-B793DA7798D8}" srcId="{89D8393F-FA51-45E9-AC74-6565AB296A64}" destId="{405D92CE-44BD-4112-89B1-C8CD64D37432}" srcOrd="0" destOrd="0" parTransId="{4026DE62-4F0B-4934-A993-6F12C167434E}" sibTransId="{6C6AF6E8-CD89-4E1B-B392-36FE1FA84D2A}"/>
    <dgm:cxn modelId="{2268CE3F-7469-4F17-96D6-1ECF6569FF3B}" type="presParOf" srcId="{FACC48DC-709E-47C7-9055-F6514FF4CEFF}" destId="{28A54329-8B3C-4647-A187-DA817D0D1D41}" srcOrd="0" destOrd="0" presId="urn:microsoft.com/office/officeart/2005/8/layout/list1"/>
    <dgm:cxn modelId="{3734862F-84E7-45C9-90D3-391B09956309}" type="presParOf" srcId="{28A54329-8B3C-4647-A187-DA817D0D1D41}" destId="{C56E64CC-A442-4E36-9093-2C7FCAF6BDF8}" srcOrd="0" destOrd="0" presId="urn:microsoft.com/office/officeart/2005/8/layout/list1"/>
    <dgm:cxn modelId="{37F9A341-8556-4FA2-9138-D010D02594DD}" type="presParOf" srcId="{28A54329-8B3C-4647-A187-DA817D0D1D41}" destId="{8AA327D4-F2CF-4AE0-90A7-D01FBC120DC3}" srcOrd="1" destOrd="0" presId="urn:microsoft.com/office/officeart/2005/8/layout/list1"/>
    <dgm:cxn modelId="{9897B048-A34A-4462-8490-53E3A6694C76}" type="presParOf" srcId="{FACC48DC-709E-47C7-9055-F6514FF4CEFF}" destId="{13F2D0D1-836F-4799-9349-F95786A118D5}" srcOrd="1" destOrd="0" presId="urn:microsoft.com/office/officeart/2005/8/layout/list1"/>
    <dgm:cxn modelId="{3BBC0F89-1E58-43CE-9622-38FE4B0DA71F}" type="presParOf" srcId="{FACC48DC-709E-47C7-9055-F6514FF4CEFF}" destId="{E36BE286-CDF3-49F3-86C7-C9C2FC4F6BE8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2299D6D0-5C7E-41B0-861B-43D5EE693171}" type="doc">
      <dgm:prSet loTypeId="urn:microsoft.com/office/officeart/2005/8/layout/list1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1FFC5A78-8E6C-4AC9-A868-00AF27BAA388}">
      <dgm:prSet custT="1"/>
      <dgm:spPr/>
      <dgm:t>
        <a:bodyPr/>
        <a:lstStyle/>
        <a:p>
          <a:pPr algn="just"/>
          <a:r>
            <a:rPr lang="en-US" sz="2400" b="1"/>
            <a:t>Implementasi Praktis Manajemen Insiden dan Layanan Berdasarkan COBIT 2019</a:t>
          </a:r>
          <a:endParaRPr lang="en-US" sz="2400" b="1" dirty="0"/>
        </a:p>
      </dgm:t>
    </dgm:pt>
    <dgm:pt modelId="{6509B3AB-F2EA-40FC-AD2A-6A020BE2A895}" type="parTrans" cxnId="{101FC283-37F5-401D-80CA-EB33C255C2C5}">
      <dgm:prSet/>
      <dgm:spPr/>
      <dgm:t>
        <a:bodyPr/>
        <a:lstStyle/>
        <a:p>
          <a:pPr algn="just"/>
          <a:endParaRPr lang="en-US" sz="3600" b="1"/>
        </a:p>
      </dgm:t>
    </dgm:pt>
    <dgm:pt modelId="{1E73A65A-9221-416A-A2CB-1145D852B609}" type="sibTrans" cxnId="{101FC283-37F5-401D-80CA-EB33C255C2C5}">
      <dgm:prSet/>
      <dgm:spPr/>
      <dgm:t>
        <a:bodyPr/>
        <a:lstStyle/>
        <a:p>
          <a:pPr algn="just"/>
          <a:endParaRPr lang="en-US" sz="3600" b="1"/>
        </a:p>
      </dgm:t>
    </dgm:pt>
    <dgm:pt modelId="{89D8393F-FA51-45E9-AC74-6565AB296A64}">
      <dgm:prSet custT="1"/>
      <dgm:spPr/>
      <dgm:t>
        <a:bodyPr/>
        <a:lstStyle/>
        <a:p>
          <a:pPr algn="just">
            <a:buFont typeface="+mj-lt"/>
            <a:buAutoNum type="arabicPeriod" startAt="2"/>
          </a:pPr>
          <a:r>
            <a:rPr lang="en-US" sz="2400" b="1" dirty="0" err="1">
              <a:solidFill>
                <a:srgbClr val="FF0000"/>
              </a:solidFill>
            </a:rPr>
            <a:t>Mengembangkan</a:t>
          </a:r>
          <a:r>
            <a:rPr lang="en-US" sz="2400" b="1" dirty="0">
              <a:solidFill>
                <a:srgbClr val="FF0000"/>
              </a:solidFill>
            </a:rPr>
            <a:t> </a:t>
          </a:r>
          <a:r>
            <a:rPr lang="en-US" sz="2400" b="1" dirty="0" err="1">
              <a:solidFill>
                <a:srgbClr val="FF0000"/>
              </a:solidFill>
            </a:rPr>
            <a:t>Prosedur</a:t>
          </a:r>
          <a:r>
            <a:rPr lang="en-US" sz="2400" b="1" dirty="0">
              <a:solidFill>
                <a:srgbClr val="FF0000"/>
              </a:solidFill>
            </a:rPr>
            <a:t> </a:t>
          </a:r>
          <a:r>
            <a:rPr lang="en-US" sz="2400" b="1" dirty="0" err="1">
              <a:solidFill>
                <a:srgbClr val="FF0000"/>
              </a:solidFill>
            </a:rPr>
            <a:t>Standar</a:t>
          </a:r>
          <a:r>
            <a:rPr lang="en-US" sz="2400" b="1" dirty="0">
              <a:solidFill>
                <a:srgbClr val="FF0000"/>
              </a:solidFill>
            </a:rPr>
            <a:t>:</a:t>
          </a:r>
        </a:p>
      </dgm:t>
    </dgm:pt>
    <dgm:pt modelId="{FBCF1542-56E7-4B58-A3D2-23B69F8A8276}" type="parTrans" cxnId="{5972D820-4CE1-412F-92EC-8038EA91CA57}">
      <dgm:prSet/>
      <dgm:spPr/>
      <dgm:t>
        <a:bodyPr/>
        <a:lstStyle/>
        <a:p>
          <a:pPr algn="just"/>
          <a:endParaRPr lang="en-US" sz="3600" b="1"/>
        </a:p>
      </dgm:t>
    </dgm:pt>
    <dgm:pt modelId="{D1805695-B818-4BAC-8210-ED1686FAFE7F}" type="sibTrans" cxnId="{5972D820-4CE1-412F-92EC-8038EA91CA57}">
      <dgm:prSet/>
      <dgm:spPr/>
      <dgm:t>
        <a:bodyPr/>
        <a:lstStyle/>
        <a:p>
          <a:pPr algn="just"/>
          <a:endParaRPr lang="en-US" sz="3600" b="1"/>
        </a:p>
      </dgm:t>
    </dgm:pt>
    <dgm:pt modelId="{77ED9723-A874-4B28-A9CA-0085439D8536}">
      <dgm:prSet custT="1"/>
      <dgm:spPr/>
      <dgm:t>
        <a:bodyPr/>
        <a:lstStyle/>
        <a:p>
          <a:pPr algn="just">
            <a:buSzPts val="1000"/>
            <a:buFont typeface="Courier New" panose="02070309020205020404" pitchFamily="49" charset="0"/>
            <a:buChar char="o"/>
          </a:pPr>
          <a:r>
            <a:rPr lang="en-US" sz="2400" b="1"/>
            <a:t>Menetapkan prosedur standar untuk penerimaan, klasifikasi, prioritisasi, dan penyelesaian insiden serta permintaan layanan.</a:t>
          </a:r>
        </a:p>
      </dgm:t>
    </dgm:pt>
    <dgm:pt modelId="{0E2000ED-10C5-49DD-8692-F50AE497CF7C}" type="parTrans" cxnId="{A8C18DEE-7185-4604-8F77-C62A7772846E}">
      <dgm:prSet/>
      <dgm:spPr/>
      <dgm:t>
        <a:bodyPr/>
        <a:lstStyle/>
        <a:p>
          <a:endParaRPr lang="en-US"/>
        </a:p>
      </dgm:t>
    </dgm:pt>
    <dgm:pt modelId="{FDF98B30-F516-433A-8C89-1F7C1C6C05EF}" type="sibTrans" cxnId="{A8C18DEE-7185-4604-8F77-C62A7772846E}">
      <dgm:prSet/>
      <dgm:spPr/>
      <dgm:t>
        <a:bodyPr/>
        <a:lstStyle/>
        <a:p>
          <a:endParaRPr lang="en-US"/>
        </a:p>
      </dgm:t>
    </dgm:pt>
    <dgm:pt modelId="{9053FE94-51A0-40FA-B7DC-706C211CD6B0}">
      <dgm:prSet custT="1"/>
      <dgm:spPr/>
      <dgm:t>
        <a:bodyPr/>
        <a:lstStyle/>
        <a:p>
          <a:pPr algn="just">
            <a:buSzPts val="1000"/>
            <a:buFont typeface="Courier New" panose="02070309020205020404" pitchFamily="49" charset="0"/>
            <a:buChar char="o"/>
          </a:pPr>
          <a:r>
            <a:rPr lang="en-US" sz="2400" b="1"/>
            <a:t>Mendokumentasikan dan mengkomunikasikan prosedur ini kepada seluruh staf yang relevan.</a:t>
          </a:r>
        </a:p>
      </dgm:t>
    </dgm:pt>
    <dgm:pt modelId="{C67B39B9-0A1D-4076-A877-71C42EDEDF92}" type="parTrans" cxnId="{186BF274-BFAB-4794-99A9-285A76490CD4}">
      <dgm:prSet/>
      <dgm:spPr/>
      <dgm:t>
        <a:bodyPr/>
        <a:lstStyle/>
        <a:p>
          <a:endParaRPr lang="en-US"/>
        </a:p>
      </dgm:t>
    </dgm:pt>
    <dgm:pt modelId="{4E3D10BF-0FA4-4087-9B8C-DB47B7DD37A1}" type="sibTrans" cxnId="{186BF274-BFAB-4794-99A9-285A76490CD4}">
      <dgm:prSet/>
      <dgm:spPr/>
      <dgm:t>
        <a:bodyPr/>
        <a:lstStyle/>
        <a:p>
          <a:endParaRPr lang="en-US"/>
        </a:p>
      </dgm:t>
    </dgm:pt>
    <dgm:pt modelId="{FACC48DC-709E-47C7-9055-F6514FF4CEFF}" type="pres">
      <dgm:prSet presAssocID="{2299D6D0-5C7E-41B0-861B-43D5EE693171}" presName="linear" presStyleCnt="0">
        <dgm:presLayoutVars>
          <dgm:dir/>
          <dgm:animLvl val="lvl"/>
          <dgm:resizeHandles val="exact"/>
        </dgm:presLayoutVars>
      </dgm:prSet>
      <dgm:spPr/>
    </dgm:pt>
    <dgm:pt modelId="{28A54329-8B3C-4647-A187-DA817D0D1D41}" type="pres">
      <dgm:prSet presAssocID="{1FFC5A78-8E6C-4AC9-A868-00AF27BAA388}" presName="parentLin" presStyleCnt="0"/>
      <dgm:spPr/>
    </dgm:pt>
    <dgm:pt modelId="{C56E64CC-A442-4E36-9093-2C7FCAF6BDF8}" type="pres">
      <dgm:prSet presAssocID="{1FFC5A78-8E6C-4AC9-A868-00AF27BAA388}" presName="parentLeftMargin" presStyleLbl="node1" presStyleIdx="0" presStyleCnt="1"/>
      <dgm:spPr/>
    </dgm:pt>
    <dgm:pt modelId="{8AA327D4-F2CF-4AE0-90A7-D01FBC120DC3}" type="pres">
      <dgm:prSet presAssocID="{1FFC5A78-8E6C-4AC9-A868-00AF27BAA388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13F2D0D1-836F-4799-9349-F95786A118D5}" type="pres">
      <dgm:prSet presAssocID="{1FFC5A78-8E6C-4AC9-A868-00AF27BAA388}" presName="negativeSpace" presStyleCnt="0"/>
      <dgm:spPr/>
    </dgm:pt>
    <dgm:pt modelId="{E36BE286-CDF3-49F3-86C7-C9C2FC4F6BE8}" type="pres">
      <dgm:prSet presAssocID="{1FFC5A78-8E6C-4AC9-A868-00AF27BAA388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90048F13-3FEA-47E8-8738-B20908FD366C}" type="presOf" srcId="{9053FE94-51A0-40FA-B7DC-706C211CD6B0}" destId="{E36BE286-CDF3-49F3-86C7-C9C2FC4F6BE8}" srcOrd="0" destOrd="2" presId="urn:microsoft.com/office/officeart/2005/8/layout/list1"/>
    <dgm:cxn modelId="{5972D820-4CE1-412F-92EC-8038EA91CA57}" srcId="{1FFC5A78-8E6C-4AC9-A868-00AF27BAA388}" destId="{89D8393F-FA51-45E9-AC74-6565AB296A64}" srcOrd="0" destOrd="0" parTransId="{FBCF1542-56E7-4B58-A3D2-23B69F8A8276}" sibTransId="{D1805695-B818-4BAC-8210-ED1686FAFE7F}"/>
    <dgm:cxn modelId="{9A6A2B2B-1651-4DA8-93B0-C5532E56D59B}" type="presOf" srcId="{1FFC5A78-8E6C-4AC9-A868-00AF27BAA388}" destId="{8AA327D4-F2CF-4AE0-90A7-D01FBC120DC3}" srcOrd="1" destOrd="0" presId="urn:microsoft.com/office/officeart/2005/8/layout/list1"/>
    <dgm:cxn modelId="{79AC9041-01C8-4DDD-ACE0-49376105950A}" type="presOf" srcId="{89D8393F-FA51-45E9-AC74-6565AB296A64}" destId="{E36BE286-CDF3-49F3-86C7-C9C2FC4F6BE8}" srcOrd="0" destOrd="0" presId="urn:microsoft.com/office/officeart/2005/8/layout/list1"/>
    <dgm:cxn modelId="{186BF274-BFAB-4794-99A9-285A76490CD4}" srcId="{89D8393F-FA51-45E9-AC74-6565AB296A64}" destId="{9053FE94-51A0-40FA-B7DC-706C211CD6B0}" srcOrd="1" destOrd="0" parTransId="{C67B39B9-0A1D-4076-A877-71C42EDEDF92}" sibTransId="{4E3D10BF-0FA4-4087-9B8C-DB47B7DD37A1}"/>
    <dgm:cxn modelId="{101FC283-37F5-401D-80CA-EB33C255C2C5}" srcId="{2299D6D0-5C7E-41B0-861B-43D5EE693171}" destId="{1FFC5A78-8E6C-4AC9-A868-00AF27BAA388}" srcOrd="0" destOrd="0" parTransId="{6509B3AB-F2EA-40FC-AD2A-6A020BE2A895}" sibTransId="{1E73A65A-9221-416A-A2CB-1145D852B609}"/>
    <dgm:cxn modelId="{DD5F3A8A-C926-4E33-9286-70130117638C}" type="presOf" srcId="{77ED9723-A874-4B28-A9CA-0085439D8536}" destId="{E36BE286-CDF3-49F3-86C7-C9C2FC4F6BE8}" srcOrd="0" destOrd="1" presId="urn:microsoft.com/office/officeart/2005/8/layout/list1"/>
    <dgm:cxn modelId="{798EE999-82D3-4F94-9EE3-28A3DC9D0123}" type="presOf" srcId="{1FFC5A78-8E6C-4AC9-A868-00AF27BAA388}" destId="{C56E64CC-A442-4E36-9093-2C7FCAF6BDF8}" srcOrd="0" destOrd="0" presId="urn:microsoft.com/office/officeart/2005/8/layout/list1"/>
    <dgm:cxn modelId="{CE4C5CC5-685C-4D56-8076-DF1D796BE930}" type="presOf" srcId="{2299D6D0-5C7E-41B0-861B-43D5EE693171}" destId="{FACC48DC-709E-47C7-9055-F6514FF4CEFF}" srcOrd="0" destOrd="0" presId="urn:microsoft.com/office/officeart/2005/8/layout/list1"/>
    <dgm:cxn modelId="{A8C18DEE-7185-4604-8F77-C62A7772846E}" srcId="{89D8393F-FA51-45E9-AC74-6565AB296A64}" destId="{77ED9723-A874-4B28-A9CA-0085439D8536}" srcOrd="0" destOrd="0" parTransId="{0E2000ED-10C5-49DD-8692-F50AE497CF7C}" sibTransId="{FDF98B30-F516-433A-8C89-1F7C1C6C05EF}"/>
    <dgm:cxn modelId="{2268CE3F-7469-4F17-96D6-1ECF6569FF3B}" type="presParOf" srcId="{FACC48DC-709E-47C7-9055-F6514FF4CEFF}" destId="{28A54329-8B3C-4647-A187-DA817D0D1D41}" srcOrd="0" destOrd="0" presId="urn:microsoft.com/office/officeart/2005/8/layout/list1"/>
    <dgm:cxn modelId="{3734862F-84E7-45C9-90D3-391B09956309}" type="presParOf" srcId="{28A54329-8B3C-4647-A187-DA817D0D1D41}" destId="{C56E64CC-A442-4E36-9093-2C7FCAF6BDF8}" srcOrd="0" destOrd="0" presId="urn:microsoft.com/office/officeart/2005/8/layout/list1"/>
    <dgm:cxn modelId="{37F9A341-8556-4FA2-9138-D010D02594DD}" type="presParOf" srcId="{28A54329-8B3C-4647-A187-DA817D0D1D41}" destId="{8AA327D4-F2CF-4AE0-90A7-D01FBC120DC3}" srcOrd="1" destOrd="0" presId="urn:microsoft.com/office/officeart/2005/8/layout/list1"/>
    <dgm:cxn modelId="{9897B048-A34A-4462-8490-53E3A6694C76}" type="presParOf" srcId="{FACC48DC-709E-47C7-9055-F6514FF4CEFF}" destId="{13F2D0D1-836F-4799-9349-F95786A118D5}" srcOrd="1" destOrd="0" presId="urn:microsoft.com/office/officeart/2005/8/layout/list1"/>
    <dgm:cxn modelId="{3BBC0F89-1E58-43CE-9622-38FE4B0DA71F}" type="presParOf" srcId="{FACC48DC-709E-47C7-9055-F6514FF4CEFF}" destId="{E36BE286-CDF3-49F3-86C7-C9C2FC4F6BE8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2299D6D0-5C7E-41B0-861B-43D5EE693171}" type="doc">
      <dgm:prSet loTypeId="urn:microsoft.com/office/officeart/2005/8/layout/list1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1FFC5A78-8E6C-4AC9-A868-00AF27BAA388}">
      <dgm:prSet custT="1"/>
      <dgm:spPr/>
      <dgm:t>
        <a:bodyPr/>
        <a:lstStyle/>
        <a:p>
          <a:pPr algn="just"/>
          <a:r>
            <a:rPr lang="en-US" sz="2400" b="1"/>
            <a:t>Implementasi Praktis Manajemen Insiden dan Layanan Berdasarkan COBIT 2019</a:t>
          </a:r>
          <a:endParaRPr lang="en-US" sz="2400" b="1" dirty="0"/>
        </a:p>
      </dgm:t>
    </dgm:pt>
    <dgm:pt modelId="{6509B3AB-F2EA-40FC-AD2A-6A020BE2A895}" type="parTrans" cxnId="{101FC283-37F5-401D-80CA-EB33C255C2C5}">
      <dgm:prSet/>
      <dgm:spPr/>
      <dgm:t>
        <a:bodyPr/>
        <a:lstStyle/>
        <a:p>
          <a:pPr algn="just"/>
          <a:endParaRPr lang="en-US" sz="3600" b="1"/>
        </a:p>
      </dgm:t>
    </dgm:pt>
    <dgm:pt modelId="{1E73A65A-9221-416A-A2CB-1145D852B609}" type="sibTrans" cxnId="{101FC283-37F5-401D-80CA-EB33C255C2C5}">
      <dgm:prSet/>
      <dgm:spPr/>
      <dgm:t>
        <a:bodyPr/>
        <a:lstStyle/>
        <a:p>
          <a:pPr algn="just"/>
          <a:endParaRPr lang="en-US" sz="3600" b="1"/>
        </a:p>
      </dgm:t>
    </dgm:pt>
    <dgm:pt modelId="{89D8393F-FA51-45E9-AC74-6565AB296A64}">
      <dgm:prSet custT="1"/>
      <dgm:spPr/>
      <dgm:t>
        <a:bodyPr/>
        <a:lstStyle/>
        <a:p>
          <a:pPr algn="just">
            <a:buFont typeface="+mj-lt"/>
            <a:buAutoNum type="arabicPeriod" startAt="3"/>
          </a:pPr>
          <a:r>
            <a:rPr lang="en-US" sz="2000" b="1" dirty="0" err="1">
              <a:solidFill>
                <a:srgbClr val="FF0000"/>
              </a:solidFill>
            </a:rPr>
            <a:t>Menggunakan</a:t>
          </a:r>
          <a:r>
            <a:rPr lang="en-US" sz="2000" b="1" dirty="0">
              <a:solidFill>
                <a:srgbClr val="FF0000"/>
              </a:solidFill>
            </a:rPr>
            <a:t> Alat dan </a:t>
          </a:r>
          <a:r>
            <a:rPr lang="en-US" sz="2000" b="1" dirty="0" err="1">
              <a:solidFill>
                <a:srgbClr val="FF0000"/>
              </a:solidFill>
            </a:rPr>
            <a:t>Teknologi</a:t>
          </a:r>
          <a:r>
            <a:rPr lang="en-US" sz="2000" b="1" dirty="0">
              <a:solidFill>
                <a:srgbClr val="FF0000"/>
              </a:solidFill>
            </a:rPr>
            <a:t> yang </a:t>
          </a:r>
          <a:r>
            <a:rPr lang="en-US" sz="2000" b="1" dirty="0" err="1">
              <a:solidFill>
                <a:srgbClr val="FF0000"/>
              </a:solidFill>
            </a:rPr>
            <a:t>Tepat</a:t>
          </a:r>
          <a:r>
            <a:rPr lang="en-US" sz="2000" b="1" dirty="0">
              <a:solidFill>
                <a:srgbClr val="FF0000"/>
              </a:solidFill>
            </a:rPr>
            <a:t>:</a:t>
          </a:r>
        </a:p>
      </dgm:t>
    </dgm:pt>
    <dgm:pt modelId="{FBCF1542-56E7-4B58-A3D2-23B69F8A8276}" type="parTrans" cxnId="{5972D820-4CE1-412F-92EC-8038EA91CA57}">
      <dgm:prSet/>
      <dgm:spPr/>
      <dgm:t>
        <a:bodyPr/>
        <a:lstStyle/>
        <a:p>
          <a:pPr algn="just"/>
          <a:endParaRPr lang="en-US" sz="3600" b="1"/>
        </a:p>
      </dgm:t>
    </dgm:pt>
    <dgm:pt modelId="{D1805695-B818-4BAC-8210-ED1686FAFE7F}" type="sibTrans" cxnId="{5972D820-4CE1-412F-92EC-8038EA91CA57}">
      <dgm:prSet/>
      <dgm:spPr/>
      <dgm:t>
        <a:bodyPr/>
        <a:lstStyle/>
        <a:p>
          <a:pPr algn="just"/>
          <a:endParaRPr lang="en-US" sz="3600" b="1"/>
        </a:p>
      </dgm:t>
    </dgm:pt>
    <dgm:pt modelId="{D8FB5243-7B14-44B9-AF7F-EA52BA5339C0}">
      <dgm:prSet custT="1"/>
      <dgm:spPr/>
      <dgm:t>
        <a:bodyPr/>
        <a:lstStyle/>
        <a:p>
          <a:pPr algn="just">
            <a:buSzPts val="1000"/>
            <a:buFont typeface="Courier New" panose="02070309020205020404" pitchFamily="49" charset="0"/>
            <a:buChar char="o"/>
          </a:pPr>
          <a:r>
            <a:rPr lang="en-US" sz="2000" b="1" dirty="0" err="1"/>
            <a:t>Mengimplementasikan</a:t>
          </a:r>
          <a:r>
            <a:rPr lang="en-US" sz="2000" b="1" dirty="0"/>
            <a:t> </a:t>
          </a:r>
          <a:r>
            <a:rPr lang="en-US" sz="2000" b="1" dirty="0" err="1"/>
            <a:t>sistem</a:t>
          </a:r>
          <a:r>
            <a:rPr lang="en-US" sz="2000" b="1" dirty="0"/>
            <a:t> </a:t>
          </a:r>
          <a:r>
            <a:rPr lang="en-US" sz="2000" b="1" dirty="0" err="1"/>
            <a:t>manajemen</a:t>
          </a:r>
          <a:r>
            <a:rPr lang="en-US" sz="2000" b="1" dirty="0"/>
            <a:t> </a:t>
          </a:r>
          <a:r>
            <a:rPr lang="en-US" sz="2000" b="1" dirty="0" err="1"/>
            <a:t>insiden</a:t>
          </a:r>
          <a:r>
            <a:rPr lang="en-US" sz="2000" b="1" dirty="0"/>
            <a:t> dan </a:t>
          </a:r>
          <a:r>
            <a:rPr lang="en-US" sz="2000" b="1" dirty="0" err="1"/>
            <a:t>layanan</a:t>
          </a:r>
          <a:r>
            <a:rPr lang="en-US" sz="2000" b="1" dirty="0"/>
            <a:t> (</a:t>
          </a:r>
          <a:r>
            <a:rPr lang="en-US" sz="2000" b="1" dirty="0" err="1"/>
            <a:t>misalnya</a:t>
          </a:r>
          <a:r>
            <a:rPr lang="en-US" sz="2000" b="1" dirty="0"/>
            <a:t>, IT service management tools) yang </a:t>
          </a:r>
          <a:r>
            <a:rPr lang="en-US" sz="2000" b="1" dirty="0" err="1"/>
            <a:t>memungkinkan</a:t>
          </a:r>
          <a:r>
            <a:rPr lang="en-US" sz="2000" b="1" dirty="0"/>
            <a:t> </a:t>
          </a:r>
          <a:r>
            <a:rPr lang="en-US" sz="2000" b="1" dirty="0" err="1"/>
            <a:t>pelacakan</a:t>
          </a:r>
          <a:r>
            <a:rPr lang="en-US" sz="2000" b="1" dirty="0"/>
            <a:t> dan </a:t>
          </a:r>
          <a:r>
            <a:rPr lang="en-US" sz="2000" b="1" dirty="0" err="1"/>
            <a:t>pemantauan</a:t>
          </a:r>
          <a:r>
            <a:rPr lang="en-US" sz="2000" b="1" dirty="0"/>
            <a:t> yang </a:t>
          </a:r>
          <a:r>
            <a:rPr lang="en-US" sz="2000" b="1" dirty="0" err="1"/>
            <a:t>efektif</a:t>
          </a:r>
          <a:r>
            <a:rPr lang="en-US" sz="2000" b="1" dirty="0"/>
            <a:t>.</a:t>
          </a:r>
        </a:p>
      </dgm:t>
    </dgm:pt>
    <dgm:pt modelId="{94A66D88-79BD-4184-B3FD-492C7E0F2C2F}" type="parTrans" cxnId="{441CA6F6-D86B-498D-95E2-27AB61DA0E6A}">
      <dgm:prSet/>
      <dgm:spPr/>
      <dgm:t>
        <a:bodyPr/>
        <a:lstStyle/>
        <a:p>
          <a:endParaRPr lang="en-US"/>
        </a:p>
      </dgm:t>
    </dgm:pt>
    <dgm:pt modelId="{F07925B6-98AD-40AE-B419-BAFA4AC0CB96}" type="sibTrans" cxnId="{441CA6F6-D86B-498D-95E2-27AB61DA0E6A}">
      <dgm:prSet/>
      <dgm:spPr/>
      <dgm:t>
        <a:bodyPr/>
        <a:lstStyle/>
        <a:p>
          <a:endParaRPr lang="en-US"/>
        </a:p>
      </dgm:t>
    </dgm:pt>
    <dgm:pt modelId="{DA641510-90A8-4EF1-97F5-40972D9445EE}">
      <dgm:prSet custT="1"/>
      <dgm:spPr/>
      <dgm:t>
        <a:bodyPr/>
        <a:lstStyle/>
        <a:p>
          <a:pPr algn="just">
            <a:buSzPts val="1000"/>
            <a:buFont typeface="Courier New" panose="02070309020205020404" pitchFamily="49" charset="0"/>
            <a:buChar char="o"/>
          </a:pPr>
          <a:r>
            <a:rPr lang="en-US" sz="2000" b="1" dirty="0" err="1"/>
            <a:t>Memastikan</a:t>
          </a:r>
          <a:r>
            <a:rPr lang="en-US" sz="2000" b="1" dirty="0"/>
            <a:t> </a:t>
          </a:r>
          <a:r>
            <a:rPr lang="en-US" sz="2000" b="1" dirty="0" err="1"/>
            <a:t>alat</a:t>
          </a:r>
          <a:r>
            <a:rPr lang="en-US" sz="2000" b="1" dirty="0"/>
            <a:t> </a:t>
          </a:r>
          <a:r>
            <a:rPr lang="en-US" sz="2000" b="1" dirty="0" err="1"/>
            <a:t>ini</a:t>
          </a:r>
          <a:r>
            <a:rPr lang="en-US" sz="2000" b="1" dirty="0"/>
            <a:t> </a:t>
          </a:r>
          <a:r>
            <a:rPr lang="en-US" sz="2000" b="1" dirty="0" err="1"/>
            <a:t>terintegrasi</a:t>
          </a:r>
          <a:r>
            <a:rPr lang="en-US" sz="2000" b="1" dirty="0"/>
            <a:t> </a:t>
          </a:r>
          <a:r>
            <a:rPr lang="en-US" sz="2000" b="1" dirty="0" err="1"/>
            <a:t>dengan</a:t>
          </a:r>
          <a:r>
            <a:rPr lang="en-US" sz="2000" b="1" dirty="0"/>
            <a:t> </a:t>
          </a:r>
          <a:r>
            <a:rPr lang="en-US" sz="2000" b="1" dirty="0" err="1"/>
            <a:t>sistem</a:t>
          </a:r>
          <a:r>
            <a:rPr lang="en-US" sz="2000" b="1" dirty="0"/>
            <a:t> lain yang </a:t>
          </a:r>
          <a:r>
            <a:rPr lang="en-US" sz="2000" b="1" dirty="0" err="1"/>
            <a:t>relevan</a:t>
          </a:r>
          <a:r>
            <a:rPr lang="en-US" sz="2000" b="1" dirty="0"/>
            <a:t> </a:t>
          </a:r>
          <a:r>
            <a:rPr lang="en-US" sz="2000" b="1" dirty="0" err="1"/>
            <a:t>untuk</a:t>
          </a:r>
          <a:r>
            <a:rPr lang="en-US" sz="2000" b="1" dirty="0"/>
            <a:t> </a:t>
          </a:r>
          <a:r>
            <a:rPr lang="en-US" sz="2000" b="1" dirty="0" err="1"/>
            <a:t>memberikan</a:t>
          </a:r>
          <a:r>
            <a:rPr lang="en-US" sz="2000" b="1" dirty="0"/>
            <a:t> </a:t>
          </a:r>
          <a:r>
            <a:rPr lang="en-US" sz="2000" b="1" dirty="0" err="1"/>
            <a:t>visibilitas</a:t>
          </a:r>
          <a:r>
            <a:rPr lang="en-US" sz="2000" b="1" dirty="0"/>
            <a:t> </a:t>
          </a:r>
          <a:r>
            <a:rPr lang="en-US" sz="2000" b="1" dirty="0" err="1"/>
            <a:t>penuh</a:t>
          </a:r>
          <a:r>
            <a:rPr lang="en-US" sz="2000" b="1" dirty="0"/>
            <a:t> </a:t>
          </a:r>
          <a:r>
            <a:rPr lang="en-US" sz="2000" b="1" dirty="0" err="1"/>
            <a:t>terhadap</a:t>
          </a:r>
          <a:r>
            <a:rPr lang="en-US" sz="2000" b="1" dirty="0"/>
            <a:t> status </a:t>
          </a:r>
          <a:r>
            <a:rPr lang="en-US" sz="2000" b="1" dirty="0" err="1"/>
            <a:t>insiden</a:t>
          </a:r>
          <a:r>
            <a:rPr lang="en-US" sz="2000" b="1" dirty="0"/>
            <a:t> dan </a:t>
          </a:r>
          <a:r>
            <a:rPr lang="en-US" sz="2000" b="1" dirty="0" err="1"/>
            <a:t>layanan</a:t>
          </a:r>
          <a:r>
            <a:rPr lang="en-US" sz="2000" b="1" dirty="0"/>
            <a:t>.</a:t>
          </a:r>
        </a:p>
      </dgm:t>
    </dgm:pt>
    <dgm:pt modelId="{8F8991CC-CFDF-4123-B380-4ABA69806F63}" type="parTrans" cxnId="{B447E8A6-9D1B-4B58-AAAD-FB07E23E3B54}">
      <dgm:prSet/>
      <dgm:spPr/>
      <dgm:t>
        <a:bodyPr/>
        <a:lstStyle/>
        <a:p>
          <a:endParaRPr lang="en-US"/>
        </a:p>
      </dgm:t>
    </dgm:pt>
    <dgm:pt modelId="{C3FCDF7C-F7FC-4C8F-BF55-615E4DC18B93}" type="sibTrans" cxnId="{B447E8A6-9D1B-4B58-AAAD-FB07E23E3B54}">
      <dgm:prSet/>
      <dgm:spPr/>
      <dgm:t>
        <a:bodyPr/>
        <a:lstStyle/>
        <a:p>
          <a:endParaRPr lang="en-US"/>
        </a:p>
      </dgm:t>
    </dgm:pt>
    <dgm:pt modelId="{FACC48DC-709E-47C7-9055-F6514FF4CEFF}" type="pres">
      <dgm:prSet presAssocID="{2299D6D0-5C7E-41B0-861B-43D5EE693171}" presName="linear" presStyleCnt="0">
        <dgm:presLayoutVars>
          <dgm:dir/>
          <dgm:animLvl val="lvl"/>
          <dgm:resizeHandles val="exact"/>
        </dgm:presLayoutVars>
      </dgm:prSet>
      <dgm:spPr/>
    </dgm:pt>
    <dgm:pt modelId="{28A54329-8B3C-4647-A187-DA817D0D1D41}" type="pres">
      <dgm:prSet presAssocID="{1FFC5A78-8E6C-4AC9-A868-00AF27BAA388}" presName="parentLin" presStyleCnt="0"/>
      <dgm:spPr/>
    </dgm:pt>
    <dgm:pt modelId="{C56E64CC-A442-4E36-9093-2C7FCAF6BDF8}" type="pres">
      <dgm:prSet presAssocID="{1FFC5A78-8E6C-4AC9-A868-00AF27BAA388}" presName="parentLeftMargin" presStyleLbl="node1" presStyleIdx="0" presStyleCnt="1"/>
      <dgm:spPr/>
    </dgm:pt>
    <dgm:pt modelId="{8AA327D4-F2CF-4AE0-90A7-D01FBC120DC3}" type="pres">
      <dgm:prSet presAssocID="{1FFC5A78-8E6C-4AC9-A868-00AF27BAA388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13F2D0D1-836F-4799-9349-F95786A118D5}" type="pres">
      <dgm:prSet presAssocID="{1FFC5A78-8E6C-4AC9-A868-00AF27BAA388}" presName="negativeSpace" presStyleCnt="0"/>
      <dgm:spPr/>
    </dgm:pt>
    <dgm:pt modelId="{E36BE286-CDF3-49F3-86C7-C9C2FC4F6BE8}" type="pres">
      <dgm:prSet presAssocID="{1FFC5A78-8E6C-4AC9-A868-00AF27BAA388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907FA309-8209-42A4-8555-37B724B1D526}" type="presOf" srcId="{D8FB5243-7B14-44B9-AF7F-EA52BA5339C0}" destId="{E36BE286-CDF3-49F3-86C7-C9C2FC4F6BE8}" srcOrd="0" destOrd="1" presId="urn:microsoft.com/office/officeart/2005/8/layout/list1"/>
    <dgm:cxn modelId="{5972D820-4CE1-412F-92EC-8038EA91CA57}" srcId="{1FFC5A78-8E6C-4AC9-A868-00AF27BAA388}" destId="{89D8393F-FA51-45E9-AC74-6565AB296A64}" srcOrd="0" destOrd="0" parTransId="{FBCF1542-56E7-4B58-A3D2-23B69F8A8276}" sibTransId="{D1805695-B818-4BAC-8210-ED1686FAFE7F}"/>
    <dgm:cxn modelId="{9A6A2B2B-1651-4DA8-93B0-C5532E56D59B}" type="presOf" srcId="{1FFC5A78-8E6C-4AC9-A868-00AF27BAA388}" destId="{8AA327D4-F2CF-4AE0-90A7-D01FBC120DC3}" srcOrd="1" destOrd="0" presId="urn:microsoft.com/office/officeart/2005/8/layout/list1"/>
    <dgm:cxn modelId="{D960DF5F-A4E0-4DFA-A1B2-DB59E08C71E9}" type="presOf" srcId="{DA641510-90A8-4EF1-97F5-40972D9445EE}" destId="{E36BE286-CDF3-49F3-86C7-C9C2FC4F6BE8}" srcOrd="0" destOrd="2" presId="urn:microsoft.com/office/officeart/2005/8/layout/list1"/>
    <dgm:cxn modelId="{79AC9041-01C8-4DDD-ACE0-49376105950A}" type="presOf" srcId="{89D8393F-FA51-45E9-AC74-6565AB296A64}" destId="{E36BE286-CDF3-49F3-86C7-C9C2FC4F6BE8}" srcOrd="0" destOrd="0" presId="urn:microsoft.com/office/officeart/2005/8/layout/list1"/>
    <dgm:cxn modelId="{101FC283-37F5-401D-80CA-EB33C255C2C5}" srcId="{2299D6D0-5C7E-41B0-861B-43D5EE693171}" destId="{1FFC5A78-8E6C-4AC9-A868-00AF27BAA388}" srcOrd="0" destOrd="0" parTransId="{6509B3AB-F2EA-40FC-AD2A-6A020BE2A895}" sibTransId="{1E73A65A-9221-416A-A2CB-1145D852B609}"/>
    <dgm:cxn modelId="{798EE999-82D3-4F94-9EE3-28A3DC9D0123}" type="presOf" srcId="{1FFC5A78-8E6C-4AC9-A868-00AF27BAA388}" destId="{C56E64CC-A442-4E36-9093-2C7FCAF6BDF8}" srcOrd="0" destOrd="0" presId="urn:microsoft.com/office/officeart/2005/8/layout/list1"/>
    <dgm:cxn modelId="{B447E8A6-9D1B-4B58-AAAD-FB07E23E3B54}" srcId="{89D8393F-FA51-45E9-AC74-6565AB296A64}" destId="{DA641510-90A8-4EF1-97F5-40972D9445EE}" srcOrd="1" destOrd="0" parTransId="{8F8991CC-CFDF-4123-B380-4ABA69806F63}" sibTransId="{C3FCDF7C-F7FC-4C8F-BF55-615E4DC18B93}"/>
    <dgm:cxn modelId="{CE4C5CC5-685C-4D56-8076-DF1D796BE930}" type="presOf" srcId="{2299D6D0-5C7E-41B0-861B-43D5EE693171}" destId="{FACC48DC-709E-47C7-9055-F6514FF4CEFF}" srcOrd="0" destOrd="0" presId="urn:microsoft.com/office/officeart/2005/8/layout/list1"/>
    <dgm:cxn modelId="{441CA6F6-D86B-498D-95E2-27AB61DA0E6A}" srcId="{89D8393F-FA51-45E9-AC74-6565AB296A64}" destId="{D8FB5243-7B14-44B9-AF7F-EA52BA5339C0}" srcOrd="0" destOrd="0" parTransId="{94A66D88-79BD-4184-B3FD-492C7E0F2C2F}" sibTransId="{F07925B6-98AD-40AE-B419-BAFA4AC0CB96}"/>
    <dgm:cxn modelId="{2268CE3F-7469-4F17-96D6-1ECF6569FF3B}" type="presParOf" srcId="{FACC48DC-709E-47C7-9055-F6514FF4CEFF}" destId="{28A54329-8B3C-4647-A187-DA817D0D1D41}" srcOrd="0" destOrd="0" presId="urn:microsoft.com/office/officeart/2005/8/layout/list1"/>
    <dgm:cxn modelId="{3734862F-84E7-45C9-90D3-391B09956309}" type="presParOf" srcId="{28A54329-8B3C-4647-A187-DA817D0D1D41}" destId="{C56E64CC-A442-4E36-9093-2C7FCAF6BDF8}" srcOrd="0" destOrd="0" presId="urn:microsoft.com/office/officeart/2005/8/layout/list1"/>
    <dgm:cxn modelId="{37F9A341-8556-4FA2-9138-D010D02594DD}" type="presParOf" srcId="{28A54329-8B3C-4647-A187-DA817D0D1D41}" destId="{8AA327D4-F2CF-4AE0-90A7-D01FBC120DC3}" srcOrd="1" destOrd="0" presId="urn:microsoft.com/office/officeart/2005/8/layout/list1"/>
    <dgm:cxn modelId="{9897B048-A34A-4462-8490-53E3A6694C76}" type="presParOf" srcId="{FACC48DC-709E-47C7-9055-F6514FF4CEFF}" destId="{13F2D0D1-836F-4799-9349-F95786A118D5}" srcOrd="1" destOrd="0" presId="urn:microsoft.com/office/officeart/2005/8/layout/list1"/>
    <dgm:cxn modelId="{3BBC0F89-1E58-43CE-9622-38FE4B0DA71F}" type="presParOf" srcId="{FACC48DC-709E-47C7-9055-F6514FF4CEFF}" destId="{E36BE286-CDF3-49F3-86C7-C9C2FC4F6BE8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2299D6D0-5C7E-41B0-861B-43D5EE693171}" type="doc">
      <dgm:prSet loTypeId="urn:microsoft.com/office/officeart/2005/8/layout/list1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1FFC5A78-8E6C-4AC9-A868-00AF27BAA388}">
      <dgm:prSet custT="1"/>
      <dgm:spPr/>
      <dgm:t>
        <a:bodyPr/>
        <a:lstStyle/>
        <a:p>
          <a:pPr algn="just"/>
          <a:r>
            <a:rPr lang="en-US" sz="2400" b="1"/>
            <a:t>Implementasi Praktis Manajemen Insiden dan Layanan Berdasarkan COBIT 2019</a:t>
          </a:r>
          <a:endParaRPr lang="en-US" sz="2400" b="1" dirty="0"/>
        </a:p>
      </dgm:t>
    </dgm:pt>
    <dgm:pt modelId="{6509B3AB-F2EA-40FC-AD2A-6A020BE2A895}" type="parTrans" cxnId="{101FC283-37F5-401D-80CA-EB33C255C2C5}">
      <dgm:prSet/>
      <dgm:spPr/>
      <dgm:t>
        <a:bodyPr/>
        <a:lstStyle/>
        <a:p>
          <a:pPr algn="just"/>
          <a:endParaRPr lang="en-US" sz="3600" b="1"/>
        </a:p>
      </dgm:t>
    </dgm:pt>
    <dgm:pt modelId="{1E73A65A-9221-416A-A2CB-1145D852B609}" type="sibTrans" cxnId="{101FC283-37F5-401D-80CA-EB33C255C2C5}">
      <dgm:prSet/>
      <dgm:spPr/>
      <dgm:t>
        <a:bodyPr/>
        <a:lstStyle/>
        <a:p>
          <a:pPr algn="just"/>
          <a:endParaRPr lang="en-US" sz="3600" b="1"/>
        </a:p>
      </dgm:t>
    </dgm:pt>
    <dgm:pt modelId="{89D8393F-FA51-45E9-AC74-6565AB296A64}">
      <dgm:prSet custT="1"/>
      <dgm:spPr/>
      <dgm:t>
        <a:bodyPr/>
        <a:lstStyle/>
        <a:p>
          <a:pPr algn="just">
            <a:buFont typeface="+mj-lt"/>
            <a:buAutoNum type="arabicPeriod" startAt="4"/>
          </a:pPr>
          <a:r>
            <a:rPr lang="en-US" sz="2000" b="1" dirty="0" err="1">
              <a:solidFill>
                <a:srgbClr val="FF0000"/>
              </a:solidFill>
            </a:rPr>
            <a:t>Memonitor</a:t>
          </a:r>
          <a:r>
            <a:rPr lang="en-US" sz="2000" b="1" dirty="0">
              <a:solidFill>
                <a:srgbClr val="FF0000"/>
              </a:solidFill>
            </a:rPr>
            <a:t> dan </a:t>
          </a:r>
          <a:r>
            <a:rPr lang="en-US" sz="2000" b="1" dirty="0" err="1">
              <a:solidFill>
                <a:srgbClr val="FF0000"/>
              </a:solidFill>
            </a:rPr>
            <a:t>Mengevaluasi</a:t>
          </a:r>
          <a:r>
            <a:rPr lang="en-US" sz="2000" b="1" dirty="0">
              <a:solidFill>
                <a:srgbClr val="FF0000"/>
              </a:solidFill>
            </a:rPr>
            <a:t> Kinerja:</a:t>
          </a:r>
        </a:p>
      </dgm:t>
    </dgm:pt>
    <dgm:pt modelId="{FBCF1542-56E7-4B58-A3D2-23B69F8A8276}" type="parTrans" cxnId="{5972D820-4CE1-412F-92EC-8038EA91CA57}">
      <dgm:prSet/>
      <dgm:spPr/>
      <dgm:t>
        <a:bodyPr/>
        <a:lstStyle/>
        <a:p>
          <a:pPr algn="just"/>
          <a:endParaRPr lang="en-US" sz="3600" b="1"/>
        </a:p>
      </dgm:t>
    </dgm:pt>
    <dgm:pt modelId="{D1805695-B818-4BAC-8210-ED1686FAFE7F}" type="sibTrans" cxnId="{5972D820-4CE1-412F-92EC-8038EA91CA57}">
      <dgm:prSet/>
      <dgm:spPr/>
      <dgm:t>
        <a:bodyPr/>
        <a:lstStyle/>
        <a:p>
          <a:pPr algn="just"/>
          <a:endParaRPr lang="en-US" sz="3600" b="1"/>
        </a:p>
      </dgm:t>
    </dgm:pt>
    <dgm:pt modelId="{618A6F47-8B36-477B-9735-FE26EED7BEB2}">
      <dgm:prSet custT="1"/>
      <dgm:spPr/>
      <dgm:t>
        <a:bodyPr/>
        <a:lstStyle/>
        <a:p>
          <a:pPr algn="just">
            <a:buSzPts val="1000"/>
            <a:buFont typeface="Courier New" panose="02070309020205020404" pitchFamily="49" charset="0"/>
            <a:buChar char="o"/>
          </a:pPr>
          <a:r>
            <a:rPr lang="en-US" sz="2000" b="1"/>
            <a:t>Menggunakan metrik kinerja seperti waktu respons, waktu penyelesaian, dan tingkat kepuasan pengguna untuk mengevaluasi efektivitas proses manajemen insiden dan layanan.</a:t>
          </a:r>
        </a:p>
      </dgm:t>
    </dgm:pt>
    <dgm:pt modelId="{7BE847CF-E601-43FA-8ADA-2278313EAD7B}" type="parTrans" cxnId="{33D80C0B-71D0-4413-AE23-4ED9D55EDCB4}">
      <dgm:prSet/>
      <dgm:spPr/>
      <dgm:t>
        <a:bodyPr/>
        <a:lstStyle/>
        <a:p>
          <a:endParaRPr lang="en-US"/>
        </a:p>
      </dgm:t>
    </dgm:pt>
    <dgm:pt modelId="{5A6C5BB2-31B9-46E7-97F6-D14289473CF0}" type="sibTrans" cxnId="{33D80C0B-71D0-4413-AE23-4ED9D55EDCB4}">
      <dgm:prSet/>
      <dgm:spPr/>
      <dgm:t>
        <a:bodyPr/>
        <a:lstStyle/>
        <a:p>
          <a:endParaRPr lang="en-US"/>
        </a:p>
      </dgm:t>
    </dgm:pt>
    <dgm:pt modelId="{95CAF237-3599-43DF-BB7A-1D20D1E84C6E}">
      <dgm:prSet custT="1"/>
      <dgm:spPr/>
      <dgm:t>
        <a:bodyPr/>
        <a:lstStyle/>
        <a:p>
          <a:pPr algn="just">
            <a:buSzPts val="1000"/>
            <a:buFont typeface="Courier New" panose="02070309020205020404" pitchFamily="49" charset="0"/>
            <a:buChar char="o"/>
          </a:pPr>
          <a:r>
            <a:rPr lang="en-US" sz="2000" b="1"/>
            <a:t>Melakukan peninjauan berkala dan perbaikan berkelanjutan berdasarkan umpan balik dan analisis kinerja.</a:t>
          </a:r>
        </a:p>
      </dgm:t>
    </dgm:pt>
    <dgm:pt modelId="{42A842D9-89BE-4A8B-848F-6090E93A89BB}" type="parTrans" cxnId="{24516528-EF44-445A-91D8-7E7609AF2330}">
      <dgm:prSet/>
      <dgm:spPr/>
      <dgm:t>
        <a:bodyPr/>
        <a:lstStyle/>
        <a:p>
          <a:endParaRPr lang="en-US"/>
        </a:p>
      </dgm:t>
    </dgm:pt>
    <dgm:pt modelId="{B4EEF9B0-04B5-4BCE-94CA-01AD8827ABA9}" type="sibTrans" cxnId="{24516528-EF44-445A-91D8-7E7609AF2330}">
      <dgm:prSet/>
      <dgm:spPr/>
      <dgm:t>
        <a:bodyPr/>
        <a:lstStyle/>
        <a:p>
          <a:endParaRPr lang="en-US"/>
        </a:p>
      </dgm:t>
    </dgm:pt>
    <dgm:pt modelId="{FACC48DC-709E-47C7-9055-F6514FF4CEFF}" type="pres">
      <dgm:prSet presAssocID="{2299D6D0-5C7E-41B0-861B-43D5EE693171}" presName="linear" presStyleCnt="0">
        <dgm:presLayoutVars>
          <dgm:dir/>
          <dgm:animLvl val="lvl"/>
          <dgm:resizeHandles val="exact"/>
        </dgm:presLayoutVars>
      </dgm:prSet>
      <dgm:spPr/>
    </dgm:pt>
    <dgm:pt modelId="{28A54329-8B3C-4647-A187-DA817D0D1D41}" type="pres">
      <dgm:prSet presAssocID="{1FFC5A78-8E6C-4AC9-A868-00AF27BAA388}" presName="parentLin" presStyleCnt="0"/>
      <dgm:spPr/>
    </dgm:pt>
    <dgm:pt modelId="{C56E64CC-A442-4E36-9093-2C7FCAF6BDF8}" type="pres">
      <dgm:prSet presAssocID="{1FFC5A78-8E6C-4AC9-A868-00AF27BAA388}" presName="parentLeftMargin" presStyleLbl="node1" presStyleIdx="0" presStyleCnt="1"/>
      <dgm:spPr/>
    </dgm:pt>
    <dgm:pt modelId="{8AA327D4-F2CF-4AE0-90A7-D01FBC120DC3}" type="pres">
      <dgm:prSet presAssocID="{1FFC5A78-8E6C-4AC9-A868-00AF27BAA388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13F2D0D1-836F-4799-9349-F95786A118D5}" type="pres">
      <dgm:prSet presAssocID="{1FFC5A78-8E6C-4AC9-A868-00AF27BAA388}" presName="negativeSpace" presStyleCnt="0"/>
      <dgm:spPr/>
    </dgm:pt>
    <dgm:pt modelId="{E36BE286-CDF3-49F3-86C7-C9C2FC4F6BE8}" type="pres">
      <dgm:prSet presAssocID="{1FFC5A78-8E6C-4AC9-A868-00AF27BAA388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33D80C0B-71D0-4413-AE23-4ED9D55EDCB4}" srcId="{89D8393F-FA51-45E9-AC74-6565AB296A64}" destId="{618A6F47-8B36-477B-9735-FE26EED7BEB2}" srcOrd="0" destOrd="0" parTransId="{7BE847CF-E601-43FA-8ADA-2278313EAD7B}" sibTransId="{5A6C5BB2-31B9-46E7-97F6-D14289473CF0}"/>
    <dgm:cxn modelId="{5972D820-4CE1-412F-92EC-8038EA91CA57}" srcId="{1FFC5A78-8E6C-4AC9-A868-00AF27BAA388}" destId="{89D8393F-FA51-45E9-AC74-6565AB296A64}" srcOrd="0" destOrd="0" parTransId="{FBCF1542-56E7-4B58-A3D2-23B69F8A8276}" sibTransId="{D1805695-B818-4BAC-8210-ED1686FAFE7F}"/>
    <dgm:cxn modelId="{24516528-EF44-445A-91D8-7E7609AF2330}" srcId="{89D8393F-FA51-45E9-AC74-6565AB296A64}" destId="{95CAF237-3599-43DF-BB7A-1D20D1E84C6E}" srcOrd="1" destOrd="0" parTransId="{42A842D9-89BE-4A8B-848F-6090E93A89BB}" sibTransId="{B4EEF9B0-04B5-4BCE-94CA-01AD8827ABA9}"/>
    <dgm:cxn modelId="{9A6A2B2B-1651-4DA8-93B0-C5532E56D59B}" type="presOf" srcId="{1FFC5A78-8E6C-4AC9-A868-00AF27BAA388}" destId="{8AA327D4-F2CF-4AE0-90A7-D01FBC120DC3}" srcOrd="1" destOrd="0" presId="urn:microsoft.com/office/officeart/2005/8/layout/list1"/>
    <dgm:cxn modelId="{79AC9041-01C8-4DDD-ACE0-49376105950A}" type="presOf" srcId="{89D8393F-FA51-45E9-AC74-6565AB296A64}" destId="{E36BE286-CDF3-49F3-86C7-C9C2FC4F6BE8}" srcOrd="0" destOrd="0" presId="urn:microsoft.com/office/officeart/2005/8/layout/list1"/>
    <dgm:cxn modelId="{006AED69-26C9-4C38-8993-F697A5954062}" type="presOf" srcId="{618A6F47-8B36-477B-9735-FE26EED7BEB2}" destId="{E36BE286-CDF3-49F3-86C7-C9C2FC4F6BE8}" srcOrd="0" destOrd="1" presId="urn:microsoft.com/office/officeart/2005/8/layout/list1"/>
    <dgm:cxn modelId="{51B6376C-8852-43E4-B707-7270AE22BD50}" type="presOf" srcId="{95CAF237-3599-43DF-BB7A-1D20D1E84C6E}" destId="{E36BE286-CDF3-49F3-86C7-C9C2FC4F6BE8}" srcOrd="0" destOrd="2" presId="urn:microsoft.com/office/officeart/2005/8/layout/list1"/>
    <dgm:cxn modelId="{101FC283-37F5-401D-80CA-EB33C255C2C5}" srcId="{2299D6D0-5C7E-41B0-861B-43D5EE693171}" destId="{1FFC5A78-8E6C-4AC9-A868-00AF27BAA388}" srcOrd="0" destOrd="0" parTransId="{6509B3AB-F2EA-40FC-AD2A-6A020BE2A895}" sibTransId="{1E73A65A-9221-416A-A2CB-1145D852B609}"/>
    <dgm:cxn modelId="{798EE999-82D3-4F94-9EE3-28A3DC9D0123}" type="presOf" srcId="{1FFC5A78-8E6C-4AC9-A868-00AF27BAA388}" destId="{C56E64CC-A442-4E36-9093-2C7FCAF6BDF8}" srcOrd="0" destOrd="0" presId="urn:microsoft.com/office/officeart/2005/8/layout/list1"/>
    <dgm:cxn modelId="{CE4C5CC5-685C-4D56-8076-DF1D796BE930}" type="presOf" srcId="{2299D6D0-5C7E-41B0-861B-43D5EE693171}" destId="{FACC48DC-709E-47C7-9055-F6514FF4CEFF}" srcOrd="0" destOrd="0" presId="urn:microsoft.com/office/officeart/2005/8/layout/list1"/>
    <dgm:cxn modelId="{2268CE3F-7469-4F17-96D6-1ECF6569FF3B}" type="presParOf" srcId="{FACC48DC-709E-47C7-9055-F6514FF4CEFF}" destId="{28A54329-8B3C-4647-A187-DA817D0D1D41}" srcOrd="0" destOrd="0" presId="urn:microsoft.com/office/officeart/2005/8/layout/list1"/>
    <dgm:cxn modelId="{3734862F-84E7-45C9-90D3-391B09956309}" type="presParOf" srcId="{28A54329-8B3C-4647-A187-DA817D0D1D41}" destId="{C56E64CC-A442-4E36-9093-2C7FCAF6BDF8}" srcOrd="0" destOrd="0" presId="urn:microsoft.com/office/officeart/2005/8/layout/list1"/>
    <dgm:cxn modelId="{37F9A341-8556-4FA2-9138-D010D02594DD}" type="presParOf" srcId="{28A54329-8B3C-4647-A187-DA817D0D1D41}" destId="{8AA327D4-F2CF-4AE0-90A7-D01FBC120DC3}" srcOrd="1" destOrd="0" presId="urn:microsoft.com/office/officeart/2005/8/layout/list1"/>
    <dgm:cxn modelId="{9897B048-A34A-4462-8490-53E3A6694C76}" type="presParOf" srcId="{FACC48DC-709E-47C7-9055-F6514FF4CEFF}" destId="{13F2D0D1-836F-4799-9349-F95786A118D5}" srcOrd="1" destOrd="0" presId="urn:microsoft.com/office/officeart/2005/8/layout/list1"/>
    <dgm:cxn modelId="{3BBC0F89-1E58-43CE-9622-38FE4B0DA71F}" type="presParOf" srcId="{FACC48DC-709E-47C7-9055-F6514FF4CEFF}" destId="{E36BE286-CDF3-49F3-86C7-C9C2FC4F6BE8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1.xml><?xml version="1.0" encoding="utf-8"?>
<dgm:dataModel xmlns:dgm="http://schemas.openxmlformats.org/drawingml/2006/diagram" xmlns:a="http://schemas.openxmlformats.org/drawingml/2006/main">
  <dgm:ptLst>
    <dgm:pt modelId="{2299D6D0-5C7E-41B0-861B-43D5EE693171}" type="doc">
      <dgm:prSet loTypeId="urn:microsoft.com/office/officeart/2005/8/layout/list1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859AD7FD-0E53-4844-B1BF-4DC6CAB2A84C}">
      <dgm:prSet/>
      <dgm:spPr/>
      <dgm:t>
        <a:bodyPr/>
        <a:lstStyle/>
        <a:p>
          <a:pPr algn="just"/>
          <a:r>
            <a:rPr lang="en-US" b="1" dirty="0" err="1"/>
            <a:t>Latar</a:t>
          </a:r>
          <a:r>
            <a:rPr lang="en-US" b="1" dirty="0"/>
            <a:t> </a:t>
          </a:r>
          <a:r>
            <a:rPr lang="en-US" b="1" dirty="0" err="1"/>
            <a:t>Belakang</a:t>
          </a:r>
          <a:r>
            <a:rPr lang="en-US" b="1" dirty="0"/>
            <a:t>:</a:t>
          </a:r>
        </a:p>
      </dgm:t>
    </dgm:pt>
    <dgm:pt modelId="{F265205D-87FF-48BF-B8CA-272D064839C5}" type="parTrans" cxnId="{4773C510-DC2C-4057-B37C-69B33D6D0D9B}">
      <dgm:prSet/>
      <dgm:spPr/>
      <dgm:t>
        <a:bodyPr/>
        <a:lstStyle/>
        <a:p>
          <a:pPr algn="just"/>
          <a:endParaRPr lang="en-US" b="1"/>
        </a:p>
      </dgm:t>
    </dgm:pt>
    <dgm:pt modelId="{EF9E2731-DB70-4D14-A870-9A9A0E49338C}" type="sibTrans" cxnId="{4773C510-DC2C-4057-B37C-69B33D6D0D9B}">
      <dgm:prSet/>
      <dgm:spPr/>
      <dgm:t>
        <a:bodyPr/>
        <a:lstStyle/>
        <a:p>
          <a:pPr algn="just"/>
          <a:endParaRPr lang="en-US" b="1"/>
        </a:p>
      </dgm:t>
    </dgm:pt>
    <dgm:pt modelId="{7AACF830-7D08-4286-B04F-27DC30E5A893}">
      <dgm:prSet/>
      <dgm:spPr/>
      <dgm:t>
        <a:bodyPr/>
        <a:lstStyle/>
        <a:p>
          <a:pPr algn="just"/>
          <a:r>
            <a:rPr lang="en-US" b="1" dirty="0" err="1"/>
            <a:t>Sebuah</a:t>
          </a:r>
          <a:r>
            <a:rPr lang="en-US" b="1" dirty="0"/>
            <a:t> </a:t>
          </a:r>
          <a:r>
            <a:rPr lang="en-US" b="1" dirty="0" err="1"/>
            <a:t>perusahaan</a:t>
          </a:r>
          <a:r>
            <a:rPr lang="en-US" b="1" dirty="0"/>
            <a:t> </a:t>
          </a:r>
          <a:r>
            <a:rPr lang="en-US" b="1" dirty="0" err="1"/>
            <a:t>teknologi</a:t>
          </a:r>
          <a:r>
            <a:rPr lang="en-US" b="1" dirty="0"/>
            <a:t> </a:t>
          </a:r>
          <a:r>
            <a:rPr lang="en-US" b="1" dirty="0" err="1"/>
            <a:t>menghadapi</a:t>
          </a:r>
          <a:r>
            <a:rPr lang="en-US" b="1" dirty="0"/>
            <a:t> </a:t>
          </a:r>
          <a:r>
            <a:rPr lang="en-US" b="1" dirty="0" err="1"/>
            <a:t>peningkatan</a:t>
          </a:r>
          <a:r>
            <a:rPr lang="en-US" b="1" dirty="0"/>
            <a:t> </a:t>
          </a:r>
          <a:r>
            <a:rPr lang="en-US" b="1" dirty="0" err="1"/>
            <a:t>insiden</a:t>
          </a:r>
          <a:r>
            <a:rPr lang="en-US" b="1" dirty="0"/>
            <a:t> </a:t>
          </a:r>
          <a:r>
            <a:rPr lang="en-US" b="1" dirty="0" err="1"/>
            <a:t>terkait</a:t>
          </a:r>
          <a:r>
            <a:rPr lang="en-US" b="1" dirty="0"/>
            <a:t> </a:t>
          </a:r>
          <a:r>
            <a:rPr lang="en-US" b="1" dirty="0" err="1"/>
            <a:t>dengan</a:t>
          </a:r>
          <a:r>
            <a:rPr lang="en-US" b="1" dirty="0"/>
            <a:t> </a:t>
          </a:r>
          <a:r>
            <a:rPr lang="en-US" b="1" dirty="0" err="1"/>
            <a:t>infrastruktur</a:t>
          </a:r>
          <a:r>
            <a:rPr lang="en-US" b="1" dirty="0"/>
            <a:t> </a:t>
          </a:r>
          <a:r>
            <a:rPr lang="en-US" b="1" dirty="0" err="1"/>
            <a:t>jaringan</a:t>
          </a:r>
          <a:r>
            <a:rPr lang="en-US" b="1" dirty="0"/>
            <a:t> yang </a:t>
          </a:r>
          <a:r>
            <a:rPr lang="en-US" b="1" dirty="0" err="1"/>
            <a:t>menyebabkan</a:t>
          </a:r>
          <a:r>
            <a:rPr lang="en-US" b="1" dirty="0"/>
            <a:t> </a:t>
          </a:r>
          <a:r>
            <a:rPr lang="en-US" b="1" dirty="0" err="1"/>
            <a:t>gangguan</a:t>
          </a:r>
          <a:r>
            <a:rPr lang="en-US" b="1" dirty="0"/>
            <a:t> </a:t>
          </a:r>
          <a:r>
            <a:rPr lang="en-US" b="1" dirty="0" err="1"/>
            <a:t>layanan</a:t>
          </a:r>
          <a:r>
            <a:rPr lang="en-US" b="1" dirty="0"/>
            <a:t> </a:t>
          </a:r>
          <a:r>
            <a:rPr lang="en-US" b="1" dirty="0" err="1"/>
            <a:t>kepada</a:t>
          </a:r>
          <a:r>
            <a:rPr lang="en-US" b="1" dirty="0"/>
            <a:t> </a:t>
          </a:r>
          <a:r>
            <a:rPr lang="en-US" b="1" dirty="0" err="1"/>
            <a:t>pelanggan</a:t>
          </a:r>
          <a:r>
            <a:rPr lang="en-US" b="1" dirty="0"/>
            <a:t>. </a:t>
          </a:r>
        </a:p>
      </dgm:t>
    </dgm:pt>
    <dgm:pt modelId="{F0B46008-137D-4602-A114-5C98D66066B7}" type="parTrans" cxnId="{A7EB5016-C230-4A8F-BABC-E88CF06BBF28}">
      <dgm:prSet/>
      <dgm:spPr/>
      <dgm:t>
        <a:bodyPr/>
        <a:lstStyle/>
        <a:p>
          <a:pPr algn="just"/>
          <a:endParaRPr lang="en-US" b="1"/>
        </a:p>
      </dgm:t>
    </dgm:pt>
    <dgm:pt modelId="{C5F65853-7FD1-4A28-9AD7-0E7576355D38}" type="sibTrans" cxnId="{A7EB5016-C230-4A8F-BABC-E88CF06BBF28}">
      <dgm:prSet/>
      <dgm:spPr/>
      <dgm:t>
        <a:bodyPr/>
        <a:lstStyle/>
        <a:p>
          <a:pPr algn="just"/>
          <a:endParaRPr lang="en-US" b="1"/>
        </a:p>
      </dgm:t>
    </dgm:pt>
    <dgm:pt modelId="{86789B1C-18B9-4D68-B84F-AD1E1E104864}">
      <dgm:prSet/>
      <dgm:spPr/>
      <dgm:t>
        <a:bodyPr/>
        <a:lstStyle/>
        <a:p>
          <a:pPr algn="just"/>
          <a:r>
            <a:rPr lang="en-US" b="1" dirty="0" err="1"/>
            <a:t>Manajemen</a:t>
          </a:r>
          <a:r>
            <a:rPr lang="en-US" b="1" dirty="0"/>
            <a:t> </a:t>
          </a:r>
          <a:r>
            <a:rPr lang="en-US" b="1" dirty="0" err="1"/>
            <a:t>memutuskan</a:t>
          </a:r>
          <a:r>
            <a:rPr lang="en-US" b="1" dirty="0"/>
            <a:t> </a:t>
          </a:r>
          <a:r>
            <a:rPr lang="en-US" b="1" dirty="0" err="1"/>
            <a:t>untuk</a:t>
          </a:r>
          <a:r>
            <a:rPr lang="en-US" b="1" dirty="0"/>
            <a:t> </a:t>
          </a:r>
          <a:r>
            <a:rPr lang="en-US" b="1" dirty="0" err="1"/>
            <a:t>mengadopsi</a:t>
          </a:r>
          <a:r>
            <a:rPr lang="en-US" b="1" dirty="0"/>
            <a:t> COBIT 2019 </a:t>
          </a:r>
          <a:r>
            <a:rPr lang="en-US" b="1" dirty="0" err="1"/>
            <a:t>untuk</a:t>
          </a:r>
          <a:r>
            <a:rPr lang="en-US" b="1" dirty="0"/>
            <a:t> </a:t>
          </a:r>
          <a:r>
            <a:rPr lang="en-US" b="1" dirty="0" err="1"/>
            <a:t>memperbaiki</a:t>
          </a:r>
          <a:r>
            <a:rPr lang="en-US" b="1" dirty="0"/>
            <a:t> proses </a:t>
          </a:r>
          <a:r>
            <a:rPr lang="en-US" b="1" dirty="0" err="1"/>
            <a:t>manajemen</a:t>
          </a:r>
          <a:r>
            <a:rPr lang="en-US" b="1" dirty="0"/>
            <a:t> </a:t>
          </a:r>
          <a:r>
            <a:rPr lang="en-US" b="1" dirty="0" err="1"/>
            <a:t>insiden</a:t>
          </a:r>
          <a:r>
            <a:rPr lang="en-US" b="1" dirty="0"/>
            <a:t> </a:t>
          </a:r>
          <a:r>
            <a:rPr lang="en-US" b="1" dirty="0" err="1"/>
            <a:t>mereka</a:t>
          </a:r>
          <a:r>
            <a:rPr lang="en-US" b="1" dirty="0"/>
            <a:t>.</a:t>
          </a:r>
        </a:p>
      </dgm:t>
    </dgm:pt>
    <dgm:pt modelId="{CB1FF7A9-CF1A-4878-BF02-C2BC51DA5984}" type="parTrans" cxnId="{8B725C9E-3018-4750-B012-79CC31CE1F28}">
      <dgm:prSet/>
      <dgm:spPr/>
      <dgm:t>
        <a:bodyPr/>
        <a:lstStyle/>
        <a:p>
          <a:pPr algn="just"/>
          <a:endParaRPr lang="en-US" b="1"/>
        </a:p>
      </dgm:t>
    </dgm:pt>
    <dgm:pt modelId="{4AAA6C63-E237-406F-AA8D-8FFF8EE799DD}" type="sibTrans" cxnId="{8B725C9E-3018-4750-B012-79CC31CE1F28}">
      <dgm:prSet/>
      <dgm:spPr/>
      <dgm:t>
        <a:bodyPr/>
        <a:lstStyle/>
        <a:p>
          <a:pPr algn="just"/>
          <a:endParaRPr lang="en-US" b="1"/>
        </a:p>
      </dgm:t>
    </dgm:pt>
    <dgm:pt modelId="{FACC48DC-709E-47C7-9055-F6514FF4CEFF}" type="pres">
      <dgm:prSet presAssocID="{2299D6D0-5C7E-41B0-861B-43D5EE693171}" presName="linear" presStyleCnt="0">
        <dgm:presLayoutVars>
          <dgm:dir/>
          <dgm:animLvl val="lvl"/>
          <dgm:resizeHandles val="exact"/>
        </dgm:presLayoutVars>
      </dgm:prSet>
      <dgm:spPr/>
    </dgm:pt>
    <dgm:pt modelId="{B8E5C123-94BC-48E3-A797-9153E15B3F39}" type="pres">
      <dgm:prSet presAssocID="{859AD7FD-0E53-4844-B1BF-4DC6CAB2A84C}" presName="parentLin" presStyleCnt="0"/>
      <dgm:spPr/>
    </dgm:pt>
    <dgm:pt modelId="{BBBD205E-549D-484C-BD1C-F390F16A3F31}" type="pres">
      <dgm:prSet presAssocID="{859AD7FD-0E53-4844-B1BF-4DC6CAB2A84C}" presName="parentLeftMargin" presStyleLbl="node1" presStyleIdx="0" presStyleCnt="1"/>
      <dgm:spPr/>
    </dgm:pt>
    <dgm:pt modelId="{140704EE-00D9-41DC-9E33-B462E1C52B46}" type="pres">
      <dgm:prSet presAssocID="{859AD7FD-0E53-4844-B1BF-4DC6CAB2A84C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A59ED4E7-6121-4BA0-A888-E16B88A8F86E}" type="pres">
      <dgm:prSet presAssocID="{859AD7FD-0E53-4844-B1BF-4DC6CAB2A84C}" presName="negativeSpace" presStyleCnt="0"/>
      <dgm:spPr/>
    </dgm:pt>
    <dgm:pt modelId="{4EA982AC-F8D0-4260-8FC4-0BA3C8168F1E}" type="pres">
      <dgm:prSet presAssocID="{859AD7FD-0E53-4844-B1BF-4DC6CAB2A84C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4773C510-DC2C-4057-B37C-69B33D6D0D9B}" srcId="{2299D6D0-5C7E-41B0-861B-43D5EE693171}" destId="{859AD7FD-0E53-4844-B1BF-4DC6CAB2A84C}" srcOrd="0" destOrd="0" parTransId="{F265205D-87FF-48BF-B8CA-272D064839C5}" sibTransId="{EF9E2731-DB70-4D14-A870-9A9A0E49338C}"/>
    <dgm:cxn modelId="{A7EB5016-C230-4A8F-BABC-E88CF06BBF28}" srcId="{859AD7FD-0E53-4844-B1BF-4DC6CAB2A84C}" destId="{7AACF830-7D08-4286-B04F-27DC30E5A893}" srcOrd="0" destOrd="0" parTransId="{F0B46008-137D-4602-A114-5C98D66066B7}" sibTransId="{C5F65853-7FD1-4A28-9AD7-0E7576355D38}"/>
    <dgm:cxn modelId="{CB683677-6D09-4A65-A7FD-D2A0A055D3C6}" type="presOf" srcId="{859AD7FD-0E53-4844-B1BF-4DC6CAB2A84C}" destId="{140704EE-00D9-41DC-9E33-B462E1C52B46}" srcOrd="1" destOrd="0" presId="urn:microsoft.com/office/officeart/2005/8/layout/list1"/>
    <dgm:cxn modelId="{71B8CF80-5119-402A-8318-BBBD22A173E3}" type="presOf" srcId="{7AACF830-7D08-4286-B04F-27DC30E5A893}" destId="{4EA982AC-F8D0-4260-8FC4-0BA3C8168F1E}" srcOrd="0" destOrd="0" presId="urn:microsoft.com/office/officeart/2005/8/layout/list1"/>
    <dgm:cxn modelId="{2C242493-D3AD-4685-A56A-82016F9645C8}" type="presOf" srcId="{86789B1C-18B9-4D68-B84F-AD1E1E104864}" destId="{4EA982AC-F8D0-4260-8FC4-0BA3C8168F1E}" srcOrd="0" destOrd="1" presId="urn:microsoft.com/office/officeart/2005/8/layout/list1"/>
    <dgm:cxn modelId="{8B725C9E-3018-4750-B012-79CC31CE1F28}" srcId="{859AD7FD-0E53-4844-B1BF-4DC6CAB2A84C}" destId="{86789B1C-18B9-4D68-B84F-AD1E1E104864}" srcOrd="1" destOrd="0" parTransId="{CB1FF7A9-CF1A-4878-BF02-C2BC51DA5984}" sibTransId="{4AAA6C63-E237-406F-AA8D-8FFF8EE799DD}"/>
    <dgm:cxn modelId="{7C5A92B7-5766-4F17-B387-C02F9A268650}" type="presOf" srcId="{859AD7FD-0E53-4844-B1BF-4DC6CAB2A84C}" destId="{BBBD205E-549D-484C-BD1C-F390F16A3F31}" srcOrd="0" destOrd="0" presId="urn:microsoft.com/office/officeart/2005/8/layout/list1"/>
    <dgm:cxn modelId="{CE4C5CC5-685C-4D56-8076-DF1D796BE930}" type="presOf" srcId="{2299D6D0-5C7E-41B0-861B-43D5EE693171}" destId="{FACC48DC-709E-47C7-9055-F6514FF4CEFF}" srcOrd="0" destOrd="0" presId="urn:microsoft.com/office/officeart/2005/8/layout/list1"/>
    <dgm:cxn modelId="{830B5393-B9C5-46DE-8B7E-38D1F7277344}" type="presParOf" srcId="{FACC48DC-709E-47C7-9055-F6514FF4CEFF}" destId="{B8E5C123-94BC-48E3-A797-9153E15B3F39}" srcOrd="0" destOrd="0" presId="urn:microsoft.com/office/officeart/2005/8/layout/list1"/>
    <dgm:cxn modelId="{D14C856E-B455-4F2E-8894-3DE952DEC071}" type="presParOf" srcId="{B8E5C123-94BC-48E3-A797-9153E15B3F39}" destId="{BBBD205E-549D-484C-BD1C-F390F16A3F31}" srcOrd="0" destOrd="0" presId="urn:microsoft.com/office/officeart/2005/8/layout/list1"/>
    <dgm:cxn modelId="{0A30F51D-2F94-4E00-BD98-3CFF16C4A9E7}" type="presParOf" srcId="{B8E5C123-94BC-48E3-A797-9153E15B3F39}" destId="{140704EE-00D9-41DC-9E33-B462E1C52B46}" srcOrd="1" destOrd="0" presId="urn:microsoft.com/office/officeart/2005/8/layout/list1"/>
    <dgm:cxn modelId="{3A1D63D5-D393-47BB-8D76-DF3C25485667}" type="presParOf" srcId="{FACC48DC-709E-47C7-9055-F6514FF4CEFF}" destId="{A59ED4E7-6121-4BA0-A888-E16B88A8F86E}" srcOrd="1" destOrd="0" presId="urn:microsoft.com/office/officeart/2005/8/layout/list1"/>
    <dgm:cxn modelId="{9DDB8A22-0AA8-44CA-BEA6-E16498B46C30}" type="presParOf" srcId="{FACC48DC-709E-47C7-9055-F6514FF4CEFF}" destId="{4EA982AC-F8D0-4260-8FC4-0BA3C8168F1E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2.xml><?xml version="1.0" encoding="utf-8"?>
<dgm:dataModel xmlns:dgm="http://schemas.openxmlformats.org/drawingml/2006/diagram" xmlns:a="http://schemas.openxmlformats.org/drawingml/2006/main">
  <dgm:ptLst>
    <dgm:pt modelId="{2299D6D0-5C7E-41B0-861B-43D5EE693171}" type="doc">
      <dgm:prSet loTypeId="urn:microsoft.com/office/officeart/2005/8/layout/list1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859AD7FD-0E53-4844-B1BF-4DC6CAB2A84C}">
      <dgm:prSet/>
      <dgm:spPr/>
      <dgm:t>
        <a:bodyPr/>
        <a:lstStyle/>
        <a:p>
          <a:pPr algn="just"/>
          <a:r>
            <a:rPr lang="en-US" b="1"/>
            <a:t>Langkah Implementasi:</a:t>
          </a:r>
          <a:endParaRPr lang="en-US" b="1" dirty="0"/>
        </a:p>
      </dgm:t>
    </dgm:pt>
    <dgm:pt modelId="{F265205D-87FF-48BF-B8CA-272D064839C5}" type="parTrans" cxnId="{4773C510-DC2C-4057-B37C-69B33D6D0D9B}">
      <dgm:prSet/>
      <dgm:spPr/>
      <dgm:t>
        <a:bodyPr/>
        <a:lstStyle/>
        <a:p>
          <a:pPr algn="just"/>
          <a:endParaRPr lang="en-US" b="1"/>
        </a:p>
      </dgm:t>
    </dgm:pt>
    <dgm:pt modelId="{EF9E2731-DB70-4D14-A870-9A9A0E49338C}" type="sibTrans" cxnId="{4773C510-DC2C-4057-B37C-69B33D6D0D9B}">
      <dgm:prSet/>
      <dgm:spPr/>
      <dgm:t>
        <a:bodyPr/>
        <a:lstStyle/>
        <a:p>
          <a:pPr algn="just"/>
          <a:endParaRPr lang="en-US" b="1"/>
        </a:p>
      </dgm:t>
    </dgm:pt>
    <dgm:pt modelId="{77BD5CC3-652E-4CA6-B1E4-1AFC33FE2708}">
      <dgm:prSet/>
      <dgm:spPr/>
      <dgm:t>
        <a:bodyPr/>
        <a:lstStyle/>
        <a:p>
          <a:pPr algn="just">
            <a:buFont typeface="+mj-lt"/>
            <a:buAutoNum type="arabicPeriod"/>
          </a:pPr>
          <a:r>
            <a:rPr lang="en-US" b="1" dirty="0" err="1">
              <a:solidFill>
                <a:srgbClr val="FF0000"/>
              </a:solidFill>
            </a:rPr>
            <a:t>Pembentukan</a:t>
          </a:r>
          <a:r>
            <a:rPr lang="en-US" b="1" dirty="0">
              <a:solidFill>
                <a:srgbClr val="FF0000"/>
              </a:solidFill>
            </a:rPr>
            <a:t> Tim </a:t>
          </a:r>
          <a:r>
            <a:rPr lang="en-US" b="1" dirty="0" err="1">
              <a:solidFill>
                <a:srgbClr val="FF0000"/>
              </a:solidFill>
            </a:rPr>
            <a:t>Manajemen</a:t>
          </a:r>
          <a:r>
            <a:rPr lang="en-US" b="1" dirty="0">
              <a:solidFill>
                <a:srgbClr val="FF0000"/>
              </a:solidFill>
            </a:rPr>
            <a:t> </a:t>
          </a:r>
          <a:r>
            <a:rPr lang="en-US" b="1" dirty="0" err="1">
              <a:solidFill>
                <a:srgbClr val="FF0000"/>
              </a:solidFill>
            </a:rPr>
            <a:t>Insiden</a:t>
          </a:r>
          <a:r>
            <a:rPr lang="en-US" b="1" dirty="0">
              <a:solidFill>
                <a:srgbClr val="FF0000"/>
              </a:solidFill>
            </a:rPr>
            <a:t>:</a:t>
          </a:r>
        </a:p>
      </dgm:t>
    </dgm:pt>
    <dgm:pt modelId="{DC7A9978-E796-4ED6-A1CE-6611EC21DA20}" type="parTrans" cxnId="{9619A8E4-A179-4826-A80F-1ED27A31A672}">
      <dgm:prSet/>
      <dgm:spPr/>
      <dgm:t>
        <a:bodyPr/>
        <a:lstStyle/>
        <a:p>
          <a:pPr algn="just"/>
          <a:endParaRPr lang="en-US" b="1"/>
        </a:p>
      </dgm:t>
    </dgm:pt>
    <dgm:pt modelId="{EBF009FB-6977-491D-A251-FAF97107D847}" type="sibTrans" cxnId="{9619A8E4-A179-4826-A80F-1ED27A31A672}">
      <dgm:prSet/>
      <dgm:spPr/>
      <dgm:t>
        <a:bodyPr/>
        <a:lstStyle/>
        <a:p>
          <a:pPr algn="just"/>
          <a:endParaRPr lang="en-US" b="1"/>
        </a:p>
      </dgm:t>
    </dgm:pt>
    <dgm:pt modelId="{111BEB53-B475-4149-A03D-ECEAE00ABE02}">
      <dgm:prSet/>
      <dgm:spPr/>
      <dgm:t>
        <a:bodyPr/>
        <a:lstStyle/>
        <a:p>
          <a:pPr algn="just">
            <a:buSzPts val="1000"/>
            <a:buFont typeface="Courier New" panose="02070309020205020404" pitchFamily="49" charset="0"/>
            <a:buChar char="o"/>
          </a:pPr>
          <a:r>
            <a:rPr lang="en-US" b="1"/>
            <a:t>Menunjuk tim khusus yang bertanggung jawab untuk menangani semua insiden jaringan.</a:t>
          </a:r>
        </a:p>
      </dgm:t>
    </dgm:pt>
    <dgm:pt modelId="{B4BD85A1-63A5-4ABB-A7D2-218324EF3C82}" type="parTrans" cxnId="{EDA0F5F5-6649-4482-A6E6-3603067558FA}">
      <dgm:prSet/>
      <dgm:spPr/>
      <dgm:t>
        <a:bodyPr/>
        <a:lstStyle/>
        <a:p>
          <a:pPr algn="just"/>
          <a:endParaRPr lang="en-US" b="1"/>
        </a:p>
      </dgm:t>
    </dgm:pt>
    <dgm:pt modelId="{080839D4-7EBF-4BB3-9D29-1FCB0EB9B667}" type="sibTrans" cxnId="{EDA0F5F5-6649-4482-A6E6-3603067558FA}">
      <dgm:prSet/>
      <dgm:spPr/>
      <dgm:t>
        <a:bodyPr/>
        <a:lstStyle/>
        <a:p>
          <a:pPr algn="just"/>
          <a:endParaRPr lang="en-US" b="1"/>
        </a:p>
      </dgm:t>
    </dgm:pt>
    <dgm:pt modelId="{12B56065-69B2-4BB6-BF43-60C3BDB109A5}">
      <dgm:prSet/>
      <dgm:spPr/>
      <dgm:t>
        <a:bodyPr/>
        <a:lstStyle/>
        <a:p>
          <a:pPr algn="just">
            <a:buFont typeface="+mj-lt"/>
            <a:buAutoNum type="arabicPeriod"/>
          </a:pPr>
          <a:r>
            <a:rPr lang="en-US" b="1" dirty="0" err="1">
              <a:solidFill>
                <a:srgbClr val="FF0000"/>
              </a:solidFill>
            </a:rPr>
            <a:t>Pengembangan</a:t>
          </a:r>
          <a:r>
            <a:rPr lang="en-US" b="1" dirty="0">
              <a:solidFill>
                <a:srgbClr val="FF0000"/>
              </a:solidFill>
            </a:rPr>
            <a:t> </a:t>
          </a:r>
          <a:r>
            <a:rPr lang="en-US" b="1" dirty="0" err="1">
              <a:solidFill>
                <a:srgbClr val="FF0000"/>
              </a:solidFill>
            </a:rPr>
            <a:t>Prosedur</a:t>
          </a:r>
          <a:r>
            <a:rPr lang="en-US" b="1" dirty="0">
              <a:solidFill>
                <a:srgbClr val="FF0000"/>
              </a:solidFill>
            </a:rPr>
            <a:t> </a:t>
          </a:r>
          <a:r>
            <a:rPr lang="en-US" b="1" dirty="0" err="1">
              <a:solidFill>
                <a:srgbClr val="FF0000"/>
              </a:solidFill>
            </a:rPr>
            <a:t>Standar</a:t>
          </a:r>
          <a:r>
            <a:rPr lang="en-US" b="1" dirty="0">
              <a:solidFill>
                <a:srgbClr val="FF0000"/>
              </a:solidFill>
            </a:rPr>
            <a:t>:</a:t>
          </a:r>
        </a:p>
      </dgm:t>
    </dgm:pt>
    <dgm:pt modelId="{8FA2317F-E970-49ED-8313-97FE9DB31CC7}" type="parTrans" cxnId="{C302A366-9223-4A1D-868F-4D045E475518}">
      <dgm:prSet/>
      <dgm:spPr/>
      <dgm:t>
        <a:bodyPr/>
        <a:lstStyle/>
        <a:p>
          <a:pPr algn="just"/>
          <a:endParaRPr lang="en-US" b="1"/>
        </a:p>
      </dgm:t>
    </dgm:pt>
    <dgm:pt modelId="{B7E9DC33-18AB-40BF-95BB-06E346C6EEBD}" type="sibTrans" cxnId="{C302A366-9223-4A1D-868F-4D045E475518}">
      <dgm:prSet/>
      <dgm:spPr/>
      <dgm:t>
        <a:bodyPr/>
        <a:lstStyle/>
        <a:p>
          <a:pPr algn="just"/>
          <a:endParaRPr lang="en-US" b="1"/>
        </a:p>
      </dgm:t>
    </dgm:pt>
    <dgm:pt modelId="{7A866D99-EC61-4487-9B2B-CB0A7CD14371}">
      <dgm:prSet/>
      <dgm:spPr/>
      <dgm:t>
        <a:bodyPr/>
        <a:lstStyle/>
        <a:p>
          <a:pPr algn="just">
            <a:buSzPts val="1000"/>
            <a:buFont typeface="Courier New" panose="02070309020205020404" pitchFamily="49" charset="0"/>
            <a:buChar char="o"/>
          </a:pPr>
          <a:r>
            <a:rPr lang="en-US" b="1"/>
            <a:t>Menetapkan prosedur untuk menerima laporan insiden, mengklasifikasikan insiden berdasarkan tingkat keparahan, dan menetapkan prioritas penanganan.</a:t>
          </a:r>
        </a:p>
      </dgm:t>
    </dgm:pt>
    <dgm:pt modelId="{96B4EC17-BBBD-4C90-B881-2BB62E6F1740}" type="parTrans" cxnId="{EB9A3E64-430D-4F3E-808B-56E456C52DCE}">
      <dgm:prSet/>
      <dgm:spPr/>
      <dgm:t>
        <a:bodyPr/>
        <a:lstStyle/>
        <a:p>
          <a:pPr algn="just"/>
          <a:endParaRPr lang="en-US" b="1"/>
        </a:p>
      </dgm:t>
    </dgm:pt>
    <dgm:pt modelId="{15A8429E-3D85-4A17-A1FB-38CFCB60D905}" type="sibTrans" cxnId="{EB9A3E64-430D-4F3E-808B-56E456C52DCE}">
      <dgm:prSet/>
      <dgm:spPr/>
      <dgm:t>
        <a:bodyPr/>
        <a:lstStyle/>
        <a:p>
          <a:pPr algn="just"/>
          <a:endParaRPr lang="en-US" b="1"/>
        </a:p>
      </dgm:t>
    </dgm:pt>
    <dgm:pt modelId="{FACC48DC-709E-47C7-9055-F6514FF4CEFF}" type="pres">
      <dgm:prSet presAssocID="{2299D6D0-5C7E-41B0-861B-43D5EE693171}" presName="linear" presStyleCnt="0">
        <dgm:presLayoutVars>
          <dgm:dir/>
          <dgm:animLvl val="lvl"/>
          <dgm:resizeHandles val="exact"/>
        </dgm:presLayoutVars>
      </dgm:prSet>
      <dgm:spPr/>
    </dgm:pt>
    <dgm:pt modelId="{B8E5C123-94BC-48E3-A797-9153E15B3F39}" type="pres">
      <dgm:prSet presAssocID="{859AD7FD-0E53-4844-B1BF-4DC6CAB2A84C}" presName="parentLin" presStyleCnt="0"/>
      <dgm:spPr/>
    </dgm:pt>
    <dgm:pt modelId="{BBBD205E-549D-484C-BD1C-F390F16A3F31}" type="pres">
      <dgm:prSet presAssocID="{859AD7FD-0E53-4844-B1BF-4DC6CAB2A84C}" presName="parentLeftMargin" presStyleLbl="node1" presStyleIdx="0" presStyleCnt="1"/>
      <dgm:spPr/>
    </dgm:pt>
    <dgm:pt modelId="{140704EE-00D9-41DC-9E33-B462E1C52B46}" type="pres">
      <dgm:prSet presAssocID="{859AD7FD-0E53-4844-B1BF-4DC6CAB2A84C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A59ED4E7-6121-4BA0-A888-E16B88A8F86E}" type="pres">
      <dgm:prSet presAssocID="{859AD7FD-0E53-4844-B1BF-4DC6CAB2A84C}" presName="negativeSpace" presStyleCnt="0"/>
      <dgm:spPr/>
    </dgm:pt>
    <dgm:pt modelId="{4EA982AC-F8D0-4260-8FC4-0BA3C8168F1E}" type="pres">
      <dgm:prSet presAssocID="{859AD7FD-0E53-4844-B1BF-4DC6CAB2A84C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4773C510-DC2C-4057-B37C-69B33D6D0D9B}" srcId="{2299D6D0-5C7E-41B0-861B-43D5EE693171}" destId="{859AD7FD-0E53-4844-B1BF-4DC6CAB2A84C}" srcOrd="0" destOrd="0" parTransId="{F265205D-87FF-48BF-B8CA-272D064839C5}" sibTransId="{EF9E2731-DB70-4D14-A870-9A9A0E49338C}"/>
    <dgm:cxn modelId="{EA0E8812-5D90-43D1-A02E-45D3FFB76259}" type="presOf" srcId="{77BD5CC3-652E-4CA6-B1E4-1AFC33FE2708}" destId="{4EA982AC-F8D0-4260-8FC4-0BA3C8168F1E}" srcOrd="0" destOrd="0" presId="urn:microsoft.com/office/officeart/2005/8/layout/list1"/>
    <dgm:cxn modelId="{EB9A3E64-430D-4F3E-808B-56E456C52DCE}" srcId="{12B56065-69B2-4BB6-BF43-60C3BDB109A5}" destId="{7A866D99-EC61-4487-9B2B-CB0A7CD14371}" srcOrd="0" destOrd="0" parTransId="{96B4EC17-BBBD-4C90-B881-2BB62E6F1740}" sibTransId="{15A8429E-3D85-4A17-A1FB-38CFCB60D905}"/>
    <dgm:cxn modelId="{C302A366-9223-4A1D-868F-4D045E475518}" srcId="{859AD7FD-0E53-4844-B1BF-4DC6CAB2A84C}" destId="{12B56065-69B2-4BB6-BF43-60C3BDB109A5}" srcOrd="1" destOrd="0" parTransId="{8FA2317F-E970-49ED-8313-97FE9DB31CC7}" sibTransId="{B7E9DC33-18AB-40BF-95BB-06E346C6EEBD}"/>
    <dgm:cxn modelId="{CB683677-6D09-4A65-A7FD-D2A0A055D3C6}" type="presOf" srcId="{859AD7FD-0E53-4844-B1BF-4DC6CAB2A84C}" destId="{140704EE-00D9-41DC-9E33-B462E1C52B46}" srcOrd="1" destOrd="0" presId="urn:microsoft.com/office/officeart/2005/8/layout/list1"/>
    <dgm:cxn modelId="{747FA396-521F-4941-9D94-24ACA3D73BB3}" type="presOf" srcId="{7A866D99-EC61-4487-9B2B-CB0A7CD14371}" destId="{4EA982AC-F8D0-4260-8FC4-0BA3C8168F1E}" srcOrd="0" destOrd="3" presId="urn:microsoft.com/office/officeart/2005/8/layout/list1"/>
    <dgm:cxn modelId="{F574C1A2-3914-4D08-B0AD-9ACE73C31269}" type="presOf" srcId="{111BEB53-B475-4149-A03D-ECEAE00ABE02}" destId="{4EA982AC-F8D0-4260-8FC4-0BA3C8168F1E}" srcOrd="0" destOrd="1" presId="urn:microsoft.com/office/officeart/2005/8/layout/list1"/>
    <dgm:cxn modelId="{7C5A92B7-5766-4F17-B387-C02F9A268650}" type="presOf" srcId="{859AD7FD-0E53-4844-B1BF-4DC6CAB2A84C}" destId="{BBBD205E-549D-484C-BD1C-F390F16A3F31}" srcOrd="0" destOrd="0" presId="urn:microsoft.com/office/officeart/2005/8/layout/list1"/>
    <dgm:cxn modelId="{CE4C5CC5-685C-4D56-8076-DF1D796BE930}" type="presOf" srcId="{2299D6D0-5C7E-41B0-861B-43D5EE693171}" destId="{FACC48DC-709E-47C7-9055-F6514FF4CEFF}" srcOrd="0" destOrd="0" presId="urn:microsoft.com/office/officeart/2005/8/layout/list1"/>
    <dgm:cxn modelId="{9619A8E4-A179-4826-A80F-1ED27A31A672}" srcId="{859AD7FD-0E53-4844-B1BF-4DC6CAB2A84C}" destId="{77BD5CC3-652E-4CA6-B1E4-1AFC33FE2708}" srcOrd="0" destOrd="0" parTransId="{DC7A9978-E796-4ED6-A1CE-6611EC21DA20}" sibTransId="{EBF009FB-6977-491D-A251-FAF97107D847}"/>
    <dgm:cxn modelId="{EDA0F5F5-6649-4482-A6E6-3603067558FA}" srcId="{77BD5CC3-652E-4CA6-B1E4-1AFC33FE2708}" destId="{111BEB53-B475-4149-A03D-ECEAE00ABE02}" srcOrd="0" destOrd="0" parTransId="{B4BD85A1-63A5-4ABB-A7D2-218324EF3C82}" sibTransId="{080839D4-7EBF-4BB3-9D29-1FCB0EB9B667}"/>
    <dgm:cxn modelId="{7D4A7DFC-63CE-449A-948E-F14E65E77AE6}" type="presOf" srcId="{12B56065-69B2-4BB6-BF43-60C3BDB109A5}" destId="{4EA982AC-F8D0-4260-8FC4-0BA3C8168F1E}" srcOrd="0" destOrd="2" presId="urn:microsoft.com/office/officeart/2005/8/layout/list1"/>
    <dgm:cxn modelId="{830B5393-B9C5-46DE-8B7E-38D1F7277344}" type="presParOf" srcId="{FACC48DC-709E-47C7-9055-F6514FF4CEFF}" destId="{B8E5C123-94BC-48E3-A797-9153E15B3F39}" srcOrd="0" destOrd="0" presId="urn:microsoft.com/office/officeart/2005/8/layout/list1"/>
    <dgm:cxn modelId="{D14C856E-B455-4F2E-8894-3DE952DEC071}" type="presParOf" srcId="{B8E5C123-94BC-48E3-A797-9153E15B3F39}" destId="{BBBD205E-549D-484C-BD1C-F390F16A3F31}" srcOrd="0" destOrd="0" presId="urn:microsoft.com/office/officeart/2005/8/layout/list1"/>
    <dgm:cxn modelId="{0A30F51D-2F94-4E00-BD98-3CFF16C4A9E7}" type="presParOf" srcId="{B8E5C123-94BC-48E3-A797-9153E15B3F39}" destId="{140704EE-00D9-41DC-9E33-B462E1C52B46}" srcOrd="1" destOrd="0" presId="urn:microsoft.com/office/officeart/2005/8/layout/list1"/>
    <dgm:cxn modelId="{3A1D63D5-D393-47BB-8D76-DF3C25485667}" type="presParOf" srcId="{FACC48DC-709E-47C7-9055-F6514FF4CEFF}" destId="{A59ED4E7-6121-4BA0-A888-E16B88A8F86E}" srcOrd="1" destOrd="0" presId="urn:microsoft.com/office/officeart/2005/8/layout/list1"/>
    <dgm:cxn modelId="{9DDB8A22-0AA8-44CA-BEA6-E16498B46C30}" type="presParOf" srcId="{FACC48DC-709E-47C7-9055-F6514FF4CEFF}" destId="{4EA982AC-F8D0-4260-8FC4-0BA3C8168F1E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3.xml><?xml version="1.0" encoding="utf-8"?>
<dgm:dataModel xmlns:dgm="http://schemas.openxmlformats.org/drawingml/2006/diagram" xmlns:a="http://schemas.openxmlformats.org/drawingml/2006/main">
  <dgm:ptLst>
    <dgm:pt modelId="{2299D6D0-5C7E-41B0-861B-43D5EE693171}" type="doc">
      <dgm:prSet loTypeId="urn:microsoft.com/office/officeart/2005/8/layout/list1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859AD7FD-0E53-4844-B1BF-4DC6CAB2A84C}">
      <dgm:prSet/>
      <dgm:spPr/>
      <dgm:t>
        <a:bodyPr/>
        <a:lstStyle/>
        <a:p>
          <a:pPr algn="just"/>
          <a:r>
            <a:rPr lang="en-US" b="1"/>
            <a:t>Langkah Implementasi:</a:t>
          </a:r>
          <a:endParaRPr lang="en-US" b="1" dirty="0"/>
        </a:p>
      </dgm:t>
    </dgm:pt>
    <dgm:pt modelId="{F265205D-87FF-48BF-B8CA-272D064839C5}" type="parTrans" cxnId="{4773C510-DC2C-4057-B37C-69B33D6D0D9B}">
      <dgm:prSet/>
      <dgm:spPr/>
      <dgm:t>
        <a:bodyPr/>
        <a:lstStyle/>
        <a:p>
          <a:pPr algn="just"/>
          <a:endParaRPr lang="en-US" b="1"/>
        </a:p>
      </dgm:t>
    </dgm:pt>
    <dgm:pt modelId="{EF9E2731-DB70-4D14-A870-9A9A0E49338C}" type="sibTrans" cxnId="{4773C510-DC2C-4057-B37C-69B33D6D0D9B}">
      <dgm:prSet/>
      <dgm:spPr/>
      <dgm:t>
        <a:bodyPr/>
        <a:lstStyle/>
        <a:p>
          <a:pPr algn="just"/>
          <a:endParaRPr lang="en-US" b="1"/>
        </a:p>
      </dgm:t>
    </dgm:pt>
    <dgm:pt modelId="{77BD5CC3-652E-4CA6-B1E4-1AFC33FE2708}">
      <dgm:prSet/>
      <dgm:spPr/>
      <dgm:t>
        <a:bodyPr/>
        <a:lstStyle/>
        <a:p>
          <a:pPr algn="just">
            <a:buFont typeface="+mj-lt"/>
            <a:buAutoNum type="arabicPeriod" startAt="3"/>
          </a:pPr>
          <a:r>
            <a:rPr lang="en-US" b="1" dirty="0" err="1">
              <a:solidFill>
                <a:srgbClr val="FF0000"/>
              </a:solidFill>
            </a:rPr>
            <a:t>Penggunaan</a:t>
          </a:r>
          <a:r>
            <a:rPr lang="en-US" b="1" dirty="0">
              <a:solidFill>
                <a:srgbClr val="FF0000"/>
              </a:solidFill>
            </a:rPr>
            <a:t> Alat </a:t>
          </a:r>
          <a:r>
            <a:rPr lang="en-US" b="1" dirty="0" err="1">
              <a:solidFill>
                <a:srgbClr val="FF0000"/>
              </a:solidFill>
            </a:rPr>
            <a:t>Manajemen</a:t>
          </a:r>
          <a:r>
            <a:rPr lang="en-US" b="1" dirty="0">
              <a:solidFill>
                <a:srgbClr val="FF0000"/>
              </a:solidFill>
            </a:rPr>
            <a:t> </a:t>
          </a:r>
          <a:r>
            <a:rPr lang="en-US" b="1" dirty="0" err="1">
              <a:solidFill>
                <a:srgbClr val="FF0000"/>
              </a:solidFill>
            </a:rPr>
            <a:t>Insiden</a:t>
          </a:r>
          <a:r>
            <a:rPr lang="en-US" b="1" dirty="0">
              <a:solidFill>
                <a:srgbClr val="FF0000"/>
              </a:solidFill>
            </a:rPr>
            <a:t>:</a:t>
          </a:r>
        </a:p>
      </dgm:t>
    </dgm:pt>
    <dgm:pt modelId="{DC7A9978-E796-4ED6-A1CE-6611EC21DA20}" type="parTrans" cxnId="{9619A8E4-A179-4826-A80F-1ED27A31A672}">
      <dgm:prSet/>
      <dgm:spPr/>
      <dgm:t>
        <a:bodyPr/>
        <a:lstStyle/>
        <a:p>
          <a:pPr algn="just"/>
          <a:endParaRPr lang="en-US" b="1"/>
        </a:p>
      </dgm:t>
    </dgm:pt>
    <dgm:pt modelId="{EBF009FB-6977-491D-A251-FAF97107D847}" type="sibTrans" cxnId="{9619A8E4-A179-4826-A80F-1ED27A31A672}">
      <dgm:prSet/>
      <dgm:spPr/>
      <dgm:t>
        <a:bodyPr/>
        <a:lstStyle/>
        <a:p>
          <a:pPr algn="just"/>
          <a:endParaRPr lang="en-US" b="1"/>
        </a:p>
      </dgm:t>
    </dgm:pt>
    <dgm:pt modelId="{1DB2B188-0D2A-4230-BDC9-FB7129FE80B3}">
      <dgm:prSet/>
      <dgm:spPr/>
      <dgm:t>
        <a:bodyPr/>
        <a:lstStyle/>
        <a:p>
          <a:pPr algn="just">
            <a:buSzPts val="1000"/>
            <a:buFont typeface="Courier New" panose="02070309020205020404" pitchFamily="49" charset="0"/>
            <a:buChar char="o"/>
          </a:pPr>
          <a:r>
            <a:rPr lang="en-US" b="1"/>
            <a:t>Mengimplementasikan alat manajemen insiden yang memungkinkan pencatatan, pelacakan, dan pemantauan insiden secara real-time.</a:t>
          </a:r>
        </a:p>
      </dgm:t>
    </dgm:pt>
    <dgm:pt modelId="{61AD526D-8D20-4C2E-AF38-5433A1E780BF}" type="parTrans" cxnId="{0DC59384-E159-4965-BC70-B50E03C73F84}">
      <dgm:prSet/>
      <dgm:spPr/>
      <dgm:t>
        <a:bodyPr/>
        <a:lstStyle/>
        <a:p>
          <a:pPr algn="just"/>
          <a:endParaRPr lang="en-US" b="1"/>
        </a:p>
      </dgm:t>
    </dgm:pt>
    <dgm:pt modelId="{A259271A-58AF-4092-8B14-4EC1861B4833}" type="sibTrans" cxnId="{0DC59384-E159-4965-BC70-B50E03C73F84}">
      <dgm:prSet/>
      <dgm:spPr/>
      <dgm:t>
        <a:bodyPr/>
        <a:lstStyle/>
        <a:p>
          <a:pPr algn="just"/>
          <a:endParaRPr lang="en-US" b="1"/>
        </a:p>
      </dgm:t>
    </dgm:pt>
    <dgm:pt modelId="{19A4315C-1A84-4E0B-9E2E-388050215DD0}">
      <dgm:prSet/>
      <dgm:spPr/>
      <dgm:t>
        <a:bodyPr/>
        <a:lstStyle/>
        <a:p>
          <a:pPr algn="just">
            <a:buFont typeface="+mj-lt"/>
            <a:buAutoNum type="arabicPeriod" startAt="4"/>
          </a:pPr>
          <a:r>
            <a:rPr lang="en-US" b="1" dirty="0" err="1">
              <a:solidFill>
                <a:srgbClr val="FF0000"/>
              </a:solidFill>
            </a:rPr>
            <a:t>Pelatihan</a:t>
          </a:r>
          <a:r>
            <a:rPr lang="en-US" b="1" dirty="0">
              <a:solidFill>
                <a:srgbClr val="FF0000"/>
              </a:solidFill>
            </a:rPr>
            <a:t> dan </a:t>
          </a:r>
          <a:r>
            <a:rPr lang="en-US" b="1" dirty="0" err="1">
              <a:solidFill>
                <a:srgbClr val="FF0000"/>
              </a:solidFill>
            </a:rPr>
            <a:t>Komunikasi</a:t>
          </a:r>
          <a:r>
            <a:rPr lang="en-US" b="1" dirty="0">
              <a:solidFill>
                <a:srgbClr val="FF0000"/>
              </a:solidFill>
            </a:rPr>
            <a:t>:</a:t>
          </a:r>
        </a:p>
      </dgm:t>
    </dgm:pt>
    <dgm:pt modelId="{14D79BF1-7284-42DF-8D85-569B991854C8}" type="parTrans" cxnId="{D86F7664-1BD9-4422-B405-C5219CB6F983}">
      <dgm:prSet/>
      <dgm:spPr/>
      <dgm:t>
        <a:bodyPr/>
        <a:lstStyle/>
        <a:p>
          <a:pPr algn="just"/>
          <a:endParaRPr lang="en-US" b="1"/>
        </a:p>
      </dgm:t>
    </dgm:pt>
    <dgm:pt modelId="{57C9ECAA-F8F4-44A8-B5D2-1C0F6679CCB6}" type="sibTrans" cxnId="{D86F7664-1BD9-4422-B405-C5219CB6F983}">
      <dgm:prSet/>
      <dgm:spPr/>
      <dgm:t>
        <a:bodyPr/>
        <a:lstStyle/>
        <a:p>
          <a:pPr algn="just"/>
          <a:endParaRPr lang="en-US" b="1"/>
        </a:p>
      </dgm:t>
    </dgm:pt>
    <dgm:pt modelId="{0236F491-AA4D-43CC-9319-35730779CA4C}">
      <dgm:prSet/>
      <dgm:spPr/>
      <dgm:t>
        <a:bodyPr/>
        <a:lstStyle/>
        <a:p>
          <a:pPr algn="just">
            <a:buSzPts val="1000"/>
            <a:buFont typeface="Courier New" panose="02070309020205020404" pitchFamily="49" charset="0"/>
            <a:buChar char="o"/>
          </a:pPr>
          <a:r>
            <a:rPr lang="en-US" b="1"/>
            <a:t>Melatih semua staf tentang prosedur baru dan bagaimana menggunakan alat manajemen insiden.</a:t>
          </a:r>
        </a:p>
      </dgm:t>
    </dgm:pt>
    <dgm:pt modelId="{B5517256-37DC-4242-B129-0DB1F69E77BE}" type="parTrans" cxnId="{DEFEB66D-93CA-4B7B-811A-5FBBCF8B05BF}">
      <dgm:prSet/>
      <dgm:spPr/>
      <dgm:t>
        <a:bodyPr/>
        <a:lstStyle/>
        <a:p>
          <a:pPr algn="just"/>
          <a:endParaRPr lang="en-US" b="1"/>
        </a:p>
      </dgm:t>
    </dgm:pt>
    <dgm:pt modelId="{5FC7B5B9-2787-48BB-8F3A-56F28522966D}" type="sibTrans" cxnId="{DEFEB66D-93CA-4B7B-811A-5FBBCF8B05BF}">
      <dgm:prSet/>
      <dgm:spPr/>
      <dgm:t>
        <a:bodyPr/>
        <a:lstStyle/>
        <a:p>
          <a:pPr algn="just"/>
          <a:endParaRPr lang="en-US" b="1"/>
        </a:p>
      </dgm:t>
    </dgm:pt>
    <dgm:pt modelId="{33E03927-4613-4FB3-96BC-B03033EB08FF}">
      <dgm:prSet/>
      <dgm:spPr/>
      <dgm:t>
        <a:bodyPr/>
        <a:lstStyle/>
        <a:p>
          <a:pPr algn="just">
            <a:buSzPts val="1000"/>
            <a:buFont typeface="Courier New" panose="02070309020205020404" pitchFamily="49" charset="0"/>
            <a:buChar char="o"/>
          </a:pPr>
          <a:r>
            <a:rPr lang="it-IT" b="1"/>
            <a:t>Mengkomunikasikan prosedur kepada semua pengguna untuk memastikan mereka tahu cara melaporkan insiden dengan benar.</a:t>
          </a:r>
          <a:endParaRPr lang="en-US" b="1"/>
        </a:p>
      </dgm:t>
    </dgm:pt>
    <dgm:pt modelId="{4E261848-4513-424F-B695-C6D27E1BE352}" type="parTrans" cxnId="{F505C78F-E99F-4C33-BB89-00BBE4F0426F}">
      <dgm:prSet/>
      <dgm:spPr/>
      <dgm:t>
        <a:bodyPr/>
        <a:lstStyle/>
        <a:p>
          <a:pPr algn="just"/>
          <a:endParaRPr lang="en-US" b="1"/>
        </a:p>
      </dgm:t>
    </dgm:pt>
    <dgm:pt modelId="{68623406-BB63-41EF-8593-CF6873086171}" type="sibTrans" cxnId="{F505C78F-E99F-4C33-BB89-00BBE4F0426F}">
      <dgm:prSet/>
      <dgm:spPr/>
      <dgm:t>
        <a:bodyPr/>
        <a:lstStyle/>
        <a:p>
          <a:pPr algn="just"/>
          <a:endParaRPr lang="en-US" b="1"/>
        </a:p>
      </dgm:t>
    </dgm:pt>
    <dgm:pt modelId="{FACC48DC-709E-47C7-9055-F6514FF4CEFF}" type="pres">
      <dgm:prSet presAssocID="{2299D6D0-5C7E-41B0-861B-43D5EE693171}" presName="linear" presStyleCnt="0">
        <dgm:presLayoutVars>
          <dgm:dir/>
          <dgm:animLvl val="lvl"/>
          <dgm:resizeHandles val="exact"/>
        </dgm:presLayoutVars>
      </dgm:prSet>
      <dgm:spPr/>
    </dgm:pt>
    <dgm:pt modelId="{B8E5C123-94BC-48E3-A797-9153E15B3F39}" type="pres">
      <dgm:prSet presAssocID="{859AD7FD-0E53-4844-B1BF-4DC6CAB2A84C}" presName="parentLin" presStyleCnt="0"/>
      <dgm:spPr/>
    </dgm:pt>
    <dgm:pt modelId="{BBBD205E-549D-484C-BD1C-F390F16A3F31}" type="pres">
      <dgm:prSet presAssocID="{859AD7FD-0E53-4844-B1BF-4DC6CAB2A84C}" presName="parentLeftMargin" presStyleLbl="node1" presStyleIdx="0" presStyleCnt="1"/>
      <dgm:spPr/>
    </dgm:pt>
    <dgm:pt modelId="{140704EE-00D9-41DC-9E33-B462E1C52B46}" type="pres">
      <dgm:prSet presAssocID="{859AD7FD-0E53-4844-B1BF-4DC6CAB2A84C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A59ED4E7-6121-4BA0-A888-E16B88A8F86E}" type="pres">
      <dgm:prSet presAssocID="{859AD7FD-0E53-4844-B1BF-4DC6CAB2A84C}" presName="negativeSpace" presStyleCnt="0"/>
      <dgm:spPr/>
    </dgm:pt>
    <dgm:pt modelId="{4EA982AC-F8D0-4260-8FC4-0BA3C8168F1E}" type="pres">
      <dgm:prSet presAssocID="{859AD7FD-0E53-4844-B1BF-4DC6CAB2A84C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4773C510-DC2C-4057-B37C-69B33D6D0D9B}" srcId="{2299D6D0-5C7E-41B0-861B-43D5EE693171}" destId="{859AD7FD-0E53-4844-B1BF-4DC6CAB2A84C}" srcOrd="0" destOrd="0" parTransId="{F265205D-87FF-48BF-B8CA-272D064839C5}" sibTransId="{EF9E2731-DB70-4D14-A870-9A9A0E49338C}"/>
    <dgm:cxn modelId="{EA0E8812-5D90-43D1-A02E-45D3FFB76259}" type="presOf" srcId="{77BD5CC3-652E-4CA6-B1E4-1AFC33FE2708}" destId="{4EA982AC-F8D0-4260-8FC4-0BA3C8168F1E}" srcOrd="0" destOrd="0" presId="urn:microsoft.com/office/officeart/2005/8/layout/list1"/>
    <dgm:cxn modelId="{01B82514-8481-4D59-864D-280FC1680260}" type="presOf" srcId="{0236F491-AA4D-43CC-9319-35730779CA4C}" destId="{4EA982AC-F8D0-4260-8FC4-0BA3C8168F1E}" srcOrd="0" destOrd="3" presId="urn:microsoft.com/office/officeart/2005/8/layout/list1"/>
    <dgm:cxn modelId="{D86F7664-1BD9-4422-B405-C5219CB6F983}" srcId="{859AD7FD-0E53-4844-B1BF-4DC6CAB2A84C}" destId="{19A4315C-1A84-4E0B-9E2E-388050215DD0}" srcOrd="1" destOrd="0" parTransId="{14D79BF1-7284-42DF-8D85-569B991854C8}" sibTransId="{57C9ECAA-F8F4-44A8-B5D2-1C0F6679CCB6}"/>
    <dgm:cxn modelId="{DEFEB66D-93CA-4B7B-811A-5FBBCF8B05BF}" srcId="{19A4315C-1A84-4E0B-9E2E-388050215DD0}" destId="{0236F491-AA4D-43CC-9319-35730779CA4C}" srcOrd="0" destOrd="0" parTransId="{B5517256-37DC-4242-B129-0DB1F69E77BE}" sibTransId="{5FC7B5B9-2787-48BB-8F3A-56F28522966D}"/>
    <dgm:cxn modelId="{13F12875-B9A2-449A-93B9-765D3BC94306}" type="presOf" srcId="{33E03927-4613-4FB3-96BC-B03033EB08FF}" destId="{4EA982AC-F8D0-4260-8FC4-0BA3C8168F1E}" srcOrd="0" destOrd="4" presId="urn:microsoft.com/office/officeart/2005/8/layout/list1"/>
    <dgm:cxn modelId="{CB683677-6D09-4A65-A7FD-D2A0A055D3C6}" type="presOf" srcId="{859AD7FD-0E53-4844-B1BF-4DC6CAB2A84C}" destId="{140704EE-00D9-41DC-9E33-B462E1C52B46}" srcOrd="1" destOrd="0" presId="urn:microsoft.com/office/officeart/2005/8/layout/list1"/>
    <dgm:cxn modelId="{0DC59384-E159-4965-BC70-B50E03C73F84}" srcId="{77BD5CC3-652E-4CA6-B1E4-1AFC33FE2708}" destId="{1DB2B188-0D2A-4230-BDC9-FB7129FE80B3}" srcOrd="0" destOrd="0" parTransId="{61AD526D-8D20-4C2E-AF38-5433A1E780BF}" sibTransId="{A259271A-58AF-4092-8B14-4EC1861B4833}"/>
    <dgm:cxn modelId="{F505C78F-E99F-4C33-BB89-00BBE4F0426F}" srcId="{19A4315C-1A84-4E0B-9E2E-388050215DD0}" destId="{33E03927-4613-4FB3-96BC-B03033EB08FF}" srcOrd="1" destOrd="0" parTransId="{4E261848-4513-424F-B695-C6D27E1BE352}" sibTransId="{68623406-BB63-41EF-8593-CF6873086171}"/>
    <dgm:cxn modelId="{7C5A92B7-5766-4F17-B387-C02F9A268650}" type="presOf" srcId="{859AD7FD-0E53-4844-B1BF-4DC6CAB2A84C}" destId="{BBBD205E-549D-484C-BD1C-F390F16A3F31}" srcOrd="0" destOrd="0" presId="urn:microsoft.com/office/officeart/2005/8/layout/list1"/>
    <dgm:cxn modelId="{FED1A7B8-4C6C-441F-BB9E-7A6E274E2B5D}" type="presOf" srcId="{1DB2B188-0D2A-4230-BDC9-FB7129FE80B3}" destId="{4EA982AC-F8D0-4260-8FC4-0BA3C8168F1E}" srcOrd="0" destOrd="1" presId="urn:microsoft.com/office/officeart/2005/8/layout/list1"/>
    <dgm:cxn modelId="{CE4C5CC5-685C-4D56-8076-DF1D796BE930}" type="presOf" srcId="{2299D6D0-5C7E-41B0-861B-43D5EE693171}" destId="{FACC48DC-709E-47C7-9055-F6514FF4CEFF}" srcOrd="0" destOrd="0" presId="urn:microsoft.com/office/officeart/2005/8/layout/list1"/>
    <dgm:cxn modelId="{6EE1F9CF-4141-46BD-ACA8-33CED8C7D86C}" type="presOf" srcId="{19A4315C-1A84-4E0B-9E2E-388050215DD0}" destId="{4EA982AC-F8D0-4260-8FC4-0BA3C8168F1E}" srcOrd="0" destOrd="2" presId="urn:microsoft.com/office/officeart/2005/8/layout/list1"/>
    <dgm:cxn modelId="{9619A8E4-A179-4826-A80F-1ED27A31A672}" srcId="{859AD7FD-0E53-4844-B1BF-4DC6CAB2A84C}" destId="{77BD5CC3-652E-4CA6-B1E4-1AFC33FE2708}" srcOrd="0" destOrd="0" parTransId="{DC7A9978-E796-4ED6-A1CE-6611EC21DA20}" sibTransId="{EBF009FB-6977-491D-A251-FAF97107D847}"/>
    <dgm:cxn modelId="{830B5393-B9C5-46DE-8B7E-38D1F7277344}" type="presParOf" srcId="{FACC48DC-709E-47C7-9055-F6514FF4CEFF}" destId="{B8E5C123-94BC-48E3-A797-9153E15B3F39}" srcOrd="0" destOrd="0" presId="urn:microsoft.com/office/officeart/2005/8/layout/list1"/>
    <dgm:cxn modelId="{D14C856E-B455-4F2E-8894-3DE952DEC071}" type="presParOf" srcId="{B8E5C123-94BC-48E3-A797-9153E15B3F39}" destId="{BBBD205E-549D-484C-BD1C-F390F16A3F31}" srcOrd="0" destOrd="0" presId="urn:microsoft.com/office/officeart/2005/8/layout/list1"/>
    <dgm:cxn modelId="{0A30F51D-2F94-4E00-BD98-3CFF16C4A9E7}" type="presParOf" srcId="{B8E5C123-94BC-48E3-A797-9153E15B3F39}" destId="{140704EE-00D9-41DC-9E33-B462E1C52B46}" srcOrd="1" destOrd="0" presId="urn:microsoft.com/office/officeart/2005/8/layout/list1"/>
    <dgm:cxn modelId="{3A1D63D5-D393-47BB-8D76-DF3C25485667}" type="presParOf" srcId="{FACC48DC-709E-47C7-9055-F6514FF4CEFF}" destId="{A59ED4E7-6121-4BA0-A888-E16B88A8F86E}" srcOrd="1" destOrd="0" presId="urn:microsoft.com/office/officeart/2005/8/layout/list1"/>
    <dgm:cxn modelId="{9DDB8A22-0AA8-44CA-BEA6-E16498B46C30}" type="presParOf" srcId="{FACC48DC-709E-47C7-9055-F6514FF4CEFF}" destId="{4EA982AC-F8D0-4260-8FC4-0BA3C8168F1E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4.xml><?xml version="1.0" encoding="utf-8"?>
<dgm:dataModel xmlns:dgm="http://schemas.openxmlformats.org/drawingml/2006/diagram" xmlns:a="http://schemas.openxmlformats.org/drawingml/2006/main">
  <dgm:ptLst>
    <dgm:pt modelId="{2299D6D0-5C7E-41B0-861B-43D5EE693171}" type="doc">
      <dgm:prSet loTypeId="urn:microsoft.com/office/officeart/2005/8/layout/vList2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859AD7FD-0E53-4844-B1BF-4DC6CAB2A84C}">
      <dgm:prSet/>
      <dgm:spPr/>
      <dgm:t>
        <a:bodyPr/>
        <a:lstStyle/>
        <a:p>
          <a:pPr algn="just"/>
          <a:r>
            <a:rPr lang="en-US" b="1" dirty="0" err="1"/>
            <a:t>Dengan</a:t>
          </a:r>
          <a:r>
            <a:rPr lang="en-US" b="1" dirty="0"/>
            <a:t> </a:t>
          </a:r>
          <a:r>
            <a:rPr lang="en-US" b="1" dirty="0" err="1"/>
            <a:t>memahami</a:t>
          </a:r>
          <a:r>
            <a:rPr lang="en-US" b="1" dirty="0"/>
            <a:t> dan </a:t>
          </a:r>
          <a:r>
            <a:rPr lang="en-US" b="1" dirty="0" err="1"/>
            <a:t>mengimplementasikan</a:t>
          </a:r>
          <a:r>
            <a:rPr lang="en-US" b="1" dirty="0"/>
            <a:t> </a:t>
          </a:r>
          <a:r>
            <a:rPr lang="en-US" b="1" dirty="0" err="1"/>
            <a:t>prinsip-prinsip</a:t>
          </a:r>
          <a:r>
            <a:rPr lang="en-US" b="1" dirty="0"/>
            <a:t> </a:t>
          </a:r>
          <a:r>
            <a:rPr lang="en-US" b="1" dirty="0" err="1"/>
            <a:t>manajemen</a:t>
          </a:r>
          <a:r>
            <a:rPr lang="en-US" b="1" dirty="0"/>
            <a:t> </a:t>
          </a:r>
          <a:r>
            <a:rPr lang="en-US" b="1" dirty="0" err="1"/>
            <a:t>insiden</a:t>
          </a:r>
          <a:r>
            <a:rPr lang="en-US" b="1" dirty="0"/>
            <a:t> dan </a:t>
          </a:r>
          <a:r>
            <a:rPr lang="en-US" b="1" dirty="0" err="1"/>
            <a:t>layanan</a:t>
          </a:r>
          <a:r>
            <a:rPr lang="en-US" b="1" dirty="0"/>
            <a:t> </a:t>
          </a:r>
          <a:r>
            <a:rPr lang="en-US" b="1" dirty="0" err="1"/>
            <a:t>dalam</a:t>
          </a:r>
          <a:r>
            <a:rPr lang="en-US" b="1" dirty="0"/>
            <a:t> domain DSS COBIT 2019, </a:t>
          </a:r>
          <a:r>
            <a:rPr lang="en-US" b="1" dirty="0" err="1"/>
            <a:t>organisasi</a:t>
          </a:r>
          <a:r>
            <a:rPr lang="en-US" b="1" dirty="0"/>
            <a:t> </a:t>
          </a:r>
          <a:r>
            <a:rPr lang="en-US" b="1" dirty="0" err="1"/>
            <a:t>dapat</a:t>
          </a:r>
          <a:r>
            <a:rPr lang="en-US" b="1" dirty="0"/>
            <a:t> </a:t>
          </a:r>
          <a:r>
            <a:rPr lang="en-US" b="1" dirty="0" err="1"/>
            <a:t>memastikan</a:t>
          </a:r>
          <a:r>
            <a:rPr lang="en-US" b="1" dirty="0"/>
            <a:t> </a:t>
          </a:r>
          <a:r>
            <a:rPr lang="en-US" b="1" dirty="0" err="1"/>
            <a:t>bahwa</a:t>
          </a:r>
          <a:r>
            <a:rPr lang="en-US" b="1" dirty="0"/>
            <a:t> </a:t>
          </a:r>
          <a:r>
            <a:rPr lang="en-US" b="1" dirty="0" err="1"/>
            <a:t>mereka</a:t>
          </a:r>
          <a:r>
            <a:rPr lang="en-US" b="1" dirty="0"/>
            <a:t> </a:t>
          </a:r>
          <a:r>
            <a:rPr lang="en-US" b="1" dirty="0" err="1"/>
            <a:t>dapat</a:t>
          </a:r>
          <a:r>
            <a:rPr lang="en-US" b="1" dirty="0"/>
            <a:t> </a:t>
          </a:r>
          <a:r>
            <a:rPr lang="en-US" b="1" dirty="0" err="1"/>
            <a:t>merespons</a:t>
          </a:r>
          <a:r>
            <a:rPr lang="en-US" b="1" dirty="0"/>
            <a:t> dan </a:t>
          </a:r>
          <a:r>
            <a:rPr lang="en-US" b="1" dirty="0" err="1"/>
            <a:t>menyelesaikan</a:t>
          </a:r>
          <a:r>
            <a:rPr lang="en-US" b="1" dirty="0"/>
            <a:t> </a:t>
          </a:r>
          <a:r>
            <a:rPr lang="en-US" b="1" dirty="0" err="1"/>
            <a:t>insiden</a:t>
          </a:r>
          <a:r>
            <a:rPr lang="en-US" b="1" dirty="0"/>
            <a:t> </a:t>
          </a:r>
          <a:r>
            <a:rPr lang="en-US" b="1" dirty="0" err="1"/>
            <a:t>dengan</a:t>
          </a:r>
          <a:r>
            <a:rPr lang="en-US" b="1" dirty="0"/>
            <a:t> </a:t>
          </a:r>
          <a:r>
            <a:rPr lang="en-US" b="1" dirty="0" err="1"/>
            <a:t>cepat</a:t>
          </a:r>
          <a:r>
            <a:rPr lang="en-US" b="1" dirty="0"/>
            <a:t>, </a:t>
          </a:r>
          <a:r>
            <a:rPr lang="en-US" b="1" dirty="0" err="1"/>
            <a:t>mendukung</a:t>
          </a:r>
          <a:r>
            <a:rPr lang="en-US" b="1" dirty="0"/>
            <a:t> </a:t>
          </a:r>
          <a:r>
            <a:rPr lang="en-US" b="1" dirty="0" err="1"/>
            <a:t>operasi</a:t>
          </a:r>
          <a:r>
            <a:rPr lang="en-US" b="1" dirty="0"/>
            <a:t> </a:t>
          </a:r>
          <a:r>
            <a:rPr lang="en-US" b="1" dirty="0" err="1"/>
            <a:t>bisnis</a:t>
          </a:r>
          <a:r>
            <a:rPr lang="en-US" b="1" dirty="0"/>
            <a:t>, dan </a:t>
          </a:r>
          <a:r>
            <a:rPr lang="en-US" b="1" dirty="0" err="1"/>
            <a:t>meningkatkan</a:t>
          </a:r>
          <a:r>
            <a:rPr lang="en-US" b="1" dirty="0"/>
            <a:t> </a:t>
          </a:r>
          <a:r>
            <a:rPr lang="en-US" b="1" dirty="0" err="1"/>
            <a:t>kepuasan</a:t>
          </a:r>
          <a:r>
            <a:rPr lang="en-US" b="1" dirty="0"/>
            <a:t> </a:t>
          </a:r>
          <a:r>
            <a:rPr lang="en-US" b="1" dirty="0" err="1"/>
            <a:t>pengguna</a:t>
          </a:r>
          <a:r>
            <a:rPr lang="en-US" b="1" dirty="0"/>
            <a:t>.</a:t>
          </a:r>
        </a:p>
      </dgm:t>
    </dgm:pt>
    <dgm:pt modelId="{F265205D-87FF-48BF-B8CA-272D064839C5}" type="parTrans" cxnId="{4773C510-DC2C-4057-B37C-69B33D6D0D9B}">
      <dgm:prSet/>
      <dgm:spPr/>
      <dgm:t>
        <a:bodyPr/>
        <a:lstStyle/>
        <a:p>
          <a:pPr algn="just"/>
          <a:endParaRPr lang="en-US" b="1"/>
        </a:p>
      </dgm:t>
    </dgm:pt>
    <dgm:pt modelId="{EF9E2731-DB70-4D14-A870-9A9A0E49338C}" type="sibTrans" cxnId="{4773C510-DC2C-4057-B37C-69B33D6D0D9B}">
      <dgm:prSet/>
      <dgm:spPr/>
      <dgm:t>
        <a:bodyPr/>
        <a:lstStyle/>
        <a:p>
          <a:pPr algn="just"/>
          <a:endParaRPr lang="en-US" b="1"/>
        </a:p>
      </dgm:t>
    </dgm:pt>
    <dgm:pt modelId="{76B7C90D-64AC-4C80-9684-86F1B1E3997E}" type="pres">
      <dgm:prSet presAssocID="{2299D6D0-5C7E-41B0-861B-43D5EE693171}" presName="linear" presStyleCnt="0">
        <dgm:presLayoutVars>
          <dgm:animLvl val="lvl"/>
          <dgm:resizeHandles val="exact"/>
        </dgm:presLayoutVars>
      </dgm:prSet>
      <dgm:spPr/>
    </dgm:pt>
    <dgm:pt modelId="{12FFE4D0-F991-455B-A47A-63962B509EFB}" type="pres">
      <dgm:prSet presAssocID="{859AD7FD-0E53-4844-B1BF-4DC6CAB2A84C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4773C510-DC2C-4057-B37C-69B33D6D0D9B}" srcId="{2299D6D0-5C7E-41B0-861B-43D5EE693171}" destId="{859AD7FD-0E53-4844-B1BF-4DC6CAB2A84C}" srcOrd="0" destOrd="0" parTransId="{F265205D-87FF-48BF-B8CA-272D064839C5}" sibTransId="{EF9E2731-DB70-4D14-A870-9A9A0E49338C}"/>
    <dgm:cxn modelId="{417FEA1E-9FAD-40F3-BB44-2D5CCB909A37}" type="presOf" srcId="{859AD7FD-0E53-4844-B1BF-4DC6CAB2A84C}" destId="{12FFE4D0-F991-455B-A47A-63962B509EFB}" srcOrd="0" destOrd="0" presId="urn:microsoft.com/office/officeart/2005/8/layout/vList2"/>
    <dgm:cxn modelId="{807D6863-EF92-47F7-AF61-BBDC83F31241}" type="presOf" srcId="{2299D6D0-5C7E-41B0-861B-43D5EE693171}" destId="{76B7C90D-64AC-4C80-9684-86F1B1E3997E}" srcOrd="0" destOrd="0" presId="urn:microsoft.com/office/officeart/2005/8/layout/vList2"/>
    <dgm:cxn modelId="{6428F681-8EA8-4750-9466-10983563C13D}" type="presParOf" srcId="{76B7C90D-64AC-4C80-9684-86F1B1E3997E}" destId="{12FFE4D0-F991-455B-A47A-63962B509EFB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5.xml><?xml version="1.0" encoding="utf-8"?>
<dgm:dataModel xmlns:dgm="http://schemas.openxmlformats.org/drawingml/2006/diagram" xmlns:a="http://schemas.openxmlformats.org/drawingml/2006/main">
  <dgm:ptLst>
    <dgm:pt modelId="{2299D6D0-5C7E-41B0-861B-43D5EE693171}" type="doc">
      <dgm:prSet loTypeId="urn:microsoft.com/office/officeart/2005/8/layout/list1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514226AC-FCD7-4468-941A-7999E694BF4B}">
      <dgm:prSet custT="1"/>
      <dgm:spPr/>
      <dgm:t>
        <a:bodyPr/>
        <a:lstStyle/>
        <a:p>
          <a:pPr algn="just">
            <a:buFont typeface="+mj-lt"/>
            <a:buAutoNum type="arabicPeriod"/>
          </a:pPr>
          <a:r>
            <a:rPr lang="en-US" sz="1400" b="1" dirty="0"/>
            <a:t>COBIT 2019 Framework: Governance and Management Objectives, ISACA -</a:t>
          </a:r>
        </a:p>
      </dgm:t>
    </dgm:pt>
    <dgm:pt modelId="{D89B80ED-94BA-4225-B14D-E87A3F7D2D3E}" type="parTrans" cxnId="{F964A392-543C-4536-A5C5-2A746CF07980}">
      <dgm:prSet/>
      <dgm:spPr/>
      <dgm:t>
        <a:bodyPr/>
        <a:lstStyle/>
        <a:p>
          <a:pPr algn="just"/>
          <a:endParaRPr lang="en-US" sz="4400" b="1"/>
        </a:p>
      </dgm:t>
    </dgm:pt>
    <dgm:pt modelId="{6928F207-8A02-4842-8F6E-98E46A4AF646}" type="sibTrans" cxnId="{F964A392-543C-4536-A5C5-2A746CF07980}">
      <dgm:prSet/>
      <dgm:spPr/>
      <dgm:t>
        <a:bodyPr/>
        <a:lstStyle/>
        <a:p>
          <a:pPr algn="just"/>
          <a:endParaRPr lang="en-US" sz="4400" b="1"/>
        </a:p>
      </dgm:t>
    </dgm:pt>
    <dgm:pt modelId="{1DDDD686-6663-40FA-B544-E1E0683BA93C}">
      <dgm:prSet custT="1"/>
      <dgm:spPr/>
      <dgm:t>
        <a:bodyPr/>
        <a:lstStyle/>
        <a:p>
          <a:pPr algn="just">
            <a:buFont typeface="+mj-lt"/>
            <a:buAutoNum type="arabicPeriod"/>
          </a:pPr>
          <a:r>
            <a:rPr lang="en-US" sz="1400" b="1" dirty="0"/>
            <a:t>COBIT 2019 Design Guide: Designing an Information and Technology Governance Solution, ISACA -</a:t>
          </a:r>
        </a:p>
      </dgm:t>
    </dgm:pt>
    <dgm:pt modelId="{ADC8F0C7-6FDA-49D2-BF8E-0856BDAC2978}" type="parTrans" cxnId="{D6C8139B-B25C-4034-884F-5932B0B39931}">
      <dgm:prSet/>
      <dgm:spPr/>
      <dgm:t>
        <a:bodyPr/>
        <a:lstStyle/>
        <a:p>
          <a:pPr algn="just"/>
          <a:endParaRPr lang="en-US" sz="4400" b="1"/>
        </a:p>
      </dgm:t>
    </dgm:pt>
    <dgm:pt modelId="{63A1FC3A-5017-44C4-81C4-1838A6A2EFB9}" type="sibTrans" cxnId="{D6C8139B-B25C-4034-884F-5932B0B39931}">
      <dgm:prSet/>
      <dgm:spPr/>
      <dgm:t>
        <a:bodyPr/>
        <a:lstStyle/>
        <a:p>
          <a:pPr algn="just"/>
          <a:endParaRPr lang="en-US" sz="4400" b="1"/>
        </a:p>
      </dgm:t>
    </dgm:pt>
    <dgm:pt modelId="{7736B995-6880-4950-A61E-01A374D26952}">
      <dgm:prSet custT="1"/>
      <dgm:spPr/>
      <dgm:t>
        <a:bodyPr/>
        <a:lstStyle/>
        <a:p>
          <a:pPr algn="just">
            <a:buFont typeface="+mj-lt"/>
            <a:buAutoNum type="arabicPeriod"/>
          </a:pPr>
          <a:r>
            <a:rPr lang="en-US" sz="1400" b="1" dirty="0"/>
            <a:t>COBIT 2019 Implementation Guide: Implementing and Optimizing an Information and Technology Governance Solution, ISACA -</a:t>
          </a:r>
        </a:p>
      </dgm:t>
    </dgm:pt>
    <dgm:pt modelId="{7C1A5FB0-2B8B-4A1B-934F-9507FD5A4240}" type="parTrans" cxnId="{1251DD10-6B20-471D-8971-BD4E80F4BD8E}">
      <dgm:prSet/>
      <dgm:spPr/>
      <dgm:t>
        <a:bodyPr/>
        <a:lstStyle/>
        <a:p>
          <a:pPr algn="just"/>
          <a:endParaRPr lang="en-US" sz="4400" b="1"/>
        </a:p>
      </dgm:t>
    </dgm:pt>
    <dgm:pt modelId="{01992B70-5B4B-4046-A672-39A220897874}" type="sibTrans" cxnId="{1251DD10-6B20-471D-8971-BD4E80F4BD8E}">
      <dgm:prSet/>
      <dgm:spPr/>
      <dgm:t>
        <a:bodyPr/>
        <a:lstStyle/>
        <a:p>
          <a:pPr algn="just"/>
          <a:endParaRPr lang="en-US" sz="4400" b="1"/>
        </a:p>
      </dgm:t>
    </dgm:pt>
    <dgm:pt modelId="{221722E2-67F7-42DD-90E9-5CDA0BE293D4}">
      <dgm:prSet custT="1"/>
      <dgm:spPr/>
      <dgm:t>
        <a:bodyPr/>
        <a:lstStyle/>
        <a:p>
          <a:pPr algn="just">
            <a:buFont typeface="+mj-lt"/>
            <a:buNone/>
          </a:pPr>
          <a:r>
            <a:rPr lang="en-US" sz="1400" b="1" dirty="0" err="1"/>
            <a:t>Buku</a:t>
          </a:r>
          <a:r>
            <a:rPr lang="en-US" sz="1400" b="1" dirty="0"/>
            <a:t> </a:t>
          </a:r>
          <a:r>
            <a:rPr lang="en-US" sz="1400" b="1" dirty="0" err="1"/>
            <a:t>ini</a:t>
          </a:r>
          <a:r>
            <a:rPr lang="en-US" sz="1400" b="1" dirty="0"/>
            <a:t> </a:t>
          </a:r>
          <a:r>
            <a:rPr lang="en-US" sz="1400" b="1" dirty="0" err="1"/>
            <a:t>memberikan</a:t>
          </a:r>
          <a:r>
            <a:rPr lang="en-US" sz="1400" b="1" dirty="0"/>
            <a:t> </a:t>
          </a:r>
          <a:r>
            <a:rPr lang="en-US" sz="1400" b="1" dirty="0" err="1"/>
            <a:t>panduan</a:t>
          </a:r>
          <a:r>
            <a:rPr lang="en-US" sz="1400" b="1" dirty="0"/>
            <a:t> </a:t>
          </a:r>
          <a:r>
            <a:rPr lang="en-US" sz="1400" b="1" dirty="0" err="1"/>
            <a:t>rinci</a:t>
          </a:r>
          <a:r>
            <a:rPr lang="en-US" sz="1400" b="1" dirty="0"/>
            <a:t> </a:t>
          </a:r>
          <a:r>
            <a:rPr lang="en-US" sz="1400" b="1" dirty="0" err="1"/>
            <a:t>tentang</a:t>
          </a:r>
          <a:r>
            <a:rPr lang="en-US" sz="1400" b="1" dirty="0"/>
            <a:t> </a:t>
          </a:r>
          <a:r>
            <a:rPr lang="en-US" sz="1400" b="1" dirty="0" err="1"/>
            <a:t>tujuan</a:t>
          </a:r>
          <a:r>
            <a:rPr lang="en-US" sz="1400" b="1" dirty="0"/>
            <a:t> tata </a:t>
          </a:r>
          <a:r>
            <a:rPr lang="en-US" sz="1400" b="1" dirty="0" err="1"/>
            <a:t>kelola</a:t>
          </a:r>
          <a:r>
            <a:rPr lang="en-US" sz="1400" b="1" dirty="0"/>
            <a:t> dan </a:t>
          </a:r>
          <a:r>
            <a:rPr lang="en-US" sz="1400" b="1" dirty="0" err="1"/>
            <a:t>manajemen</a:t>
          </a:r>
          <a:r>
            <a:rPr lang="en-US" sz="1400" b="1" dirty="0"/>
            <a:t> </a:t>
          </a:r>
          <a:r>
            <a:rPr lang="en-US" sz="1400" b="1" dirty="0" err="1"/>
            <a:t>dalam</a:t>
          </a:r>
          <a:r>
            <a:rPr lang="en-US" sz="1400" b="1" dirty="0"/>
            <a:t> COBIT 2019, </a:t>
          </a:r>
          <a:r>
            <a:rPr lang="en-US" sz="1400" b="1" dirty="0" err="1"/>
            <a:t>termasuk</a:t>
          </a:r>
          <a:r>
            <a:rPr lang="en-US" sz="1400" b="1" dirty="0"/>
            <a:t> proses-proses </a:t>
          </a:r>
          <a:r>
            <a:rPr lang="en-US" sz="1400" b="1" dirty="0" err="1"/>
            <a:t>dalam</a:t>
          </a:r>
          <a:r>
            <a:rPr lang="en-US" sz="1400" b="1" dirty="0"/>
            <a:t> domain DSS.</a:t>
          </a:r>
        </a:p>
      </dgm:t>
    </dgm:pt>
    <dgm:pt modelId="{EC3B0266-054C-47A5-97A4-33C321954605}" type="parTrans" cxnId="{F3AA29F2-4C09-48F5-BC15-08713B07DCD2}">
      <dgm:prSet/>
      <dgm:spPr/>
      <dgm:t>
        <a:bodyPr/>
        <a:lstStyle/>
        <a:p>
          <a:pPr algn="just"/>
          <a:endParaRPr lang="en-US" sz="4400" b="1"/>
        </a:p>
      </dgm:t>
    </dgm:pt>
    <dgm:pt modelId="{AC67D321-B5DA-424B-931B-6ADACB29025E}" type="sibTrans" cxnId="{F3AA29F2-4C09-48F5-BC15-08713B07DCD2}">
      <dgm:prSet/>
      <dgm:spPr/>
      <dgm:t>
        <a:bodyPr/>
        <a:lstStyle/>
        <a:p>
          <a:pPr algn="just"/>
          <a:endParaRPr lang="en-US" sz="4400" b="1"/>
        </a:p>
      </dgm:t>
    </dgm:pt>
    <dgm:pt modelId="{EDA6E2F8-2FD4-4461-9ADF-A2DC3C7D6E71}">
      <dgm:prSet custT="1"/>
      <dgm:spPr/>
      <dgm:t>
        <a:bodyPr/>
        <a:lstStyle/>
        <a:p>
          <a:pPr algn="just">
            <a:buFont typeface="+mj-lt"/>
            <a:buNone/>
          </a:pPr>
          <a:r>
            <a:rPr lang="en-US" sz="1400" b="1" dirty="0"/>
            <a:t>Panduan </a:t>
          </a:r>
          <a:r>
            <a:rPr lang="en-US" sz="1400" b="1" dirty="0" err="1"/>
            <a:t>ini</a:t>
          </a:r>
          <a:r>
            <a:rPr lang="en-US" sz="1400" b="1" dirty="0"/>
            <a:t> </a:t>
          </a:r>
          <a:r>
            <a:rPr lang="en-US" sz="1400" b="1" dirty="0" err="1"/>
            <a:t>membantu</a:t>
          </a:r>
          <a:r>
            <a:rPr lang="en-US" sz="1400" b="1" dirty="0"/>
            <a:t> </a:t>
          </a:r>
          <a:r>
            <a:rPr lang="en-US" sz="1400" b="1" dirty="0" err="1"/>
            <a:t>dalam</a:t>
          </a:r>
          <a:r>
            <a:rPr lang="en-US" sz="1400" b="1" dirty="0"/>
            <a:t> </a:t>
          </a:r>
          <a:r>
            <a:rPr lang="en-US" sz="1400" b="1" dirty="0" err="1"/>
            <a:t>merancang</a:t>
          </a:r>
          <a:r>
            <a:rPr lang="en-US" sz="1400" b="1" dirty="0"/>
            <a:t> </a:t>
          </a:r>
          <a:r>
            <a:rPr lang="en-US" sz="1400" b="1" dirty="0" err="1"/>
            <a:t>solusi</a:t>
          </a:r>
          <a:r>
            <a:rPr lang="en-US" sz="1400" b="1" dirty="0"/>
            <a:t> tata </a:t>
          </a:r>
          <a:r>
            <a:rPr lang="en-US" sz="1400" b="1" dirty="0" err="1"/>
            <a:t>kelola</a:t>
          </a:r>
          <a:r>
            <a:rPr lang="en-US" sz="1400" b="1" dirty="0"/>
            <a:t> TI yang </a:t>
          </a:r>
          <a:r>
            <a:rPr lang="en-US" sz="1400" b="1" dirty="0" err="1"/>
            <a:t>sesuai</a:t>
          </a:r>
          <a:r>
            <a:rPr lang="en-US" sz="1400" b="1" dirty="0"/>
            <a:t> </a:t>
          </a:r>
          <a:r>
            <a:rPr lang="en-US" sz="1400" b="1" dirty="0" err="1"/>
            <a:t>dengan</a:t>
          </a:r>
          <a:r>
            <a:rPr lang="en-US" sz="1400" b="1" dirty="0"/>
            <a:t> </a:t>
          </a:r>
          <a:r>
            <a:rPr lang="en-US" sz="1400" b="1" dirty="0" err="1"/>
            <a:t>kebutuhan</a:t>
          </a:r>
          <a:r>
            <a:rPr lang="en-US" sz="1400" b="1" dirty="0"/>
            <a:t> </a:t>
          </a:r>
          <a:r>
            <a:rPr lang="en-US" sz="1400" b="1" dirty="0" err="1"/>
            <a:t>spesifik</a:t>
          </a:r>
          <a:r>
            <a:rPr lang="en-US" sz="1400" b="1" dirty="0"/>
            <a:t> </a:t>
          </a:r>
          <a:r>
            <a:rPr lang="en-US" sz="1400" b="1" dirty="0" err="1"/>
            <a:t>organisasi</a:t>
          </a:r>
          <a:r>
            <a:rPr lang="en-US" sz="1400" b="1" dirty="0"/>
            <a:t>.</a:t>
          </a:r>
        </a:p>
      </dgm:t>
    </dgm:pt>
    <dgm:pt modelId="{F22ABDEB-803F-459E-B45B-AC05522D754D}" type="parTrans" cxnId="{D13D2C12-422B-4793-BDFA-6094FF5B1357}">
      <dgm:prSet/>
      <dgm:spPr/>
      <dgm:t>
        <a:bodyPr/>
        <a:lstStyle/>
        <a:p>
          <a:pPr algn="just"/>
          <a:endParaRPr lang="en-US" sz="4400" b="1"/>
        </a:p>
      </dgm:t>
    </dgm:pt>
    <dgm:pt modelId="{FDEA309A-B06F-4176-8650-85A107CFF615}" type="sibTrans" cxnId="{D13D2C12-422B-4793-BDFA-6094FF5B1357}">
      <dgm:prSet/>
      <dgm:spPr/>
      <dgm:t>
        <a:bodyPr/>
        <a:lstStyle/>
        <a:p>
          <a:pPr algn="just"/>
          <a:endParaRPr lang="en-US" sz="4400" b="1"/>
        </a:p>
      </dgm:t>
    </dgm:pt>
    <dgm:pt modelId="{F682277F-209B-4A25-BAC8-D3B332C94870}">
      <dgm:prSet custT="1"/>
      <dgm:spPr/>
      <dgm:t>
        <a:bodyPr/>
        <a:lstStyle/>
        <a:p>
          <a:pPr algn="just">
            <a:buFont typeface="+mj-lt"/>
            <a:buNone/>
          </a:pPr>
          <a:r>
            <a:rPr lang="en-US" sz="1400" b="1" dirty="0" err="1"/>
            <a:t>Buku</a:t>
          </a:r>
          <a:r>
            <a:rPr lang="en-US" sz="1400" b="1" dirty="0"/>
            <a:t> </a:t>
          </a:r>
          <a:r>
            <a:rPr lang="en-US" sz="1400" b="1" dirty="0" err="1"/>
            <a:t>ini</a:t>
          </a:r>
          <a:r>
            <a:rPr lang="en-US" sz="1400" b="1" dirty="0"/>
            <a:t> </a:t>
          </a:r>
          <a:r>
            <a:rPr lang="en-US" sz="1400" b="1" dirty="0" err="1"/>
            <a:t>memberikan</a:t>
          </a:r>
          <a:r>
            <a:rPr lang="en-US" sz="1400" b="1" dirty="0"/>
            <a:t> </a:t>
          </a:r>
          <a:r>
            <a:rPr lang="en-US" sz="1400" b="1" dirty="0" err="1"/>
            <a:t>panduan</a:t>
          </a:r>
          <a:r>
            <a:rPr lang="en-US" sz="1400" b="1" dirty="0"/>
            <a:t> </a:t>
          </a:r>
          <a:r>
            <a:rPr lang="en-US" sz="1400" b="1" dirty="0" err="1"/>
            <a:t>praktis</a:t>
          </a:r>
          <a:r>
            <a:rPr lang="en-US" sz="1400" b="1" dirty="0"/>
            <a:t> </a:t>
          </a:r>
          <a:r>
            <a:rPr lang="en-US" sz="1400" b="1" dirty="0" err="1"/>
            <a:t>tentang</a:t>
          </a:r>
          <a:r>
            <a:rPr lang="en-US" sz="1400" b="1" dirty="0"/>
            <a:t> </a:t>
          </a:r>
          <a:r>
            <a:rPr lang="en-US" sz="1400" b="1" dirty="0" err="1"/>
            <a:t>implementasi</a:t>
          </a:r>
          <a:r>
            <a:rPr lang="en-US" sz="1400" b="1" dirty="0"/>
            <a:t> proses DSS yang </a:t>
          </a:r>
          <a:r>
            <a:rPr lang="en-US" sz="1400" b="1" dirty="0" err="1"/>
            <a:t>efektif</a:t>
          </a:r>
          <a:r>
            <a:rPr lang="en-US" sz="1400" b="1" dirty="0"/>
            <a:t> </a:t>
          </a:r>
          <a:r>
            <a:rPr lang="en-US" sz="1400" b="1" dirty="0" err="1"/>
            <a:t>dalam</a:t>
          </a:r>
          <a:r>
            <a:rPr lang="en-US" sz="1400" b="1" dirty="0"/>
            <a:t> tata </a:t>
          </a:r>
          <a:r>
            <a:rPr lang="en-US" sz="1400" b="1" dirty="0" err="1"/>
            <a:t>kelola</a:t>
          </a:r>
          <a:r>
            <a:rPr lang="en-US" sz="1400" b="1" dirty="0"/>
            <a:t> TI.</a:t>
          </a:r>
        </a:p>
      </dgm:t>
    </dgm:pt>
    <dgm:pt modelId="{6D848E4F-DF20-4DAF-BB5C-5F2E7F2C8BD1}" type="parTrans" cxnId="{2B00983B-5F03-443E-AA8E-2CA1E82EB8B8}">
      <dgm:prSet/>
      <dgm:spPr/>
      <dgm:t>
        <a:bodyPr/>
        <a:lstStyle/>
        <a:p>
          <a:pPr algn="just"/>
          <a:endParaRPr lang="en-US" sz="4400" b="1"/>
        </a:p>
      </dgm:t>
    </dgm:pt>
    <dgm:pt modelId="{91FAD264-6668-4DDF-B9AD-6DFB654080D6}" type="sibTrans" cxnId="{2B00983B-5F03-443E-AA8E-2CA1E82EB8B8}">
      <dgm:prSet/>
      <dgm:spPr/>
      <dgm:t>
        <a:bodyPr/>
        <a:lstStyle/>
        <a:p>
          <a:pPr algn="just"/>
          <a:endParaRPr lang="en-US" sz="4400" b="1"/>
        </a:p>
      </dgm:t>
    </dgm:pt>
    <dgm:pt modelId="{80CFB697-E4F8-4C61-860E-83D27A6ED4B8}" type="pres">
      <dgm:prSet presAssocID="{2299D6D0-5C7E-41B0-861B-43D5EE693171}" presName="linear" presStyleCnt="0">
        <dgm:presLayoutVars>
          <dgm:dir/>
          <dgm:animLvl val="lvl"/>
          <dgm:resizeHandles val="exact"/>
        </dgm:presLayoutVars>
      </dgm:prSet>
      <dgm:spPr/>
    </dgm:pt>
    <dgm:pt modelId="{84583F12-A48A-4CC3-AF63-0A750A8DB70C}" type="pres">
      <dgm:prSet presAssocID="{514226AC-FCD7-4468-941A-7999E694BF4B}" presName="parentLin" presStyleCnt="0"/>
      <dgm:spPr/>
    </dgm:pt>
    <dgm:pt modelId="{D07F9A99-6859-451E-BE64-249B168D00FB}" type="pres">
      <dgm:prSet presAssocID="{514226AC-FCD7-4468-941A-7999E694BF4B}" presName="parentLeftMargin" presStyleLbl="node1" presStyleIdx="0" presStyleCnt="3"/>
      <dgm:spPr/>
    </dgm:pt>
    <dgm:pt modelId="{98677B81-6A70-4E07-A740-FC6725975643}" type="pres">
      <dgm:prSet presAssocID="{514226AC-FCD7-4468-941A-7999E694BF4B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645F62A4-403B-4BBD-AD9D-DA1E5AB0F882}" type="pres">
      <dgm:prSet presAssocID="{514226AC-FCD7-4468-941A-7999E694BF4B}" presName="negativeSpace" presStyleCnt="0"/>
      <dgm:spPr/>
    </dgm:pt>
    <dgm:pt modelId="{7A8A0F5F-B3D9-4363-8E8F-DE72CEE610FB}" type="pres">
      <dgm:prSet presAssocID="{514226AC-FCD7-4468-941A-7999E694BF4B}" presName="childText" presStyleLbl="conFgAcc1" presStyleIdx="0" presStyleCnt="3">
        <dgm:presLayoutVars>
          <dgm:bulletEnabled val="1"/>
        </dgm:presLayoutVars>
      </dgm:prSet>
      <dgm:spPr/>
    </dgm:pt>
    <dgm:pt modelId="{4C00A2D1-DFA1-46D8-B0FA-DEB180FB76EC}" type="pres">
      <dgm:prSet presAssocID="{6928F207-8A02-4842-8F6E-98E46A4AF646}" presName="spaceBetweenRectangles" presStyleCnt="0"/>
      <dgm:spPr/>
    </dgm:pt>
    <dgm:pt modelId="{BB9E6EB5-9166-4166-8072-630F7F899B54}" type="pres">
      <dgm:prSet presAssocID="{1DDDD686-6663-40FA-B544-E1E0683BA93C}" presName="parentLin" presStyleCnt="0"/>
      <dgm:spPr/>
    </dgm:pt>
    <dgm:pt modelId="{E36B0D93-E6BD-4CCA-B7BD-BD410CB9089D}" type="pres">
      <dgm:prSet presAssocID="{1DDDD686-6663-40FA-B544-E1E0683BA93C}" presName="parentLeftMargin" presStyleLbl="node1" presStyleIdx="0" presStyleCnt="3"/>
      <dgm:spPr/>
    </dgm:pt>
    <dgm:pt modelId="{2716D3B0-D90F-4A9C-82F5-83B05EE43884}" type="pres">
      <dgm:prSet presAssocID="{1DDDD686-6663-40FA-B544-E1E0683BA93C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A8ED65AA-FADD-44AF-ADE8-3A9E8A8201B3}" type="pres">
      <dgm:prSet presAssocID="{1DDDD686-6663-40FA-B544-E1E0683BA93C}" presName="negativeSpace" presStyleCnt="0"/>
      <dgm:spPr/>
    </dgm:pt>
    <dgm:pt modelId="{9BCF4D50-B0D8-4A06-B0BA-B7DE80BE6294}" type="pres">
      <dgm:prSet presAssocID="{1DDDD686-6663-40FA-B544-E1E0683BA93C}" presName="childText" presStyleLbl="conFgAcc1" presStyleIdx="1" presStyleCnt="3">
        <dgm:presLayoutVars>
          <dgm:bulletEnabled val="1"/>
        </dgm:presLayoutVars>
      </dgm:prSet>
      <dgm:spPr/>
    </dgm:pt>
    <dgm:pt modelId="{1C32DB84-C78E-4DD8-99B1-EF6FE96625C9}" type="pres">
      <dgm:prSet presAssocID="{63A1FC3A-5017-44C4-81C4-1838A6A2EFB9}" presName="spaceBetweenRectangles" presStyleCnt="0"/>
      <dgm:spPr/>
    </dgm:pt>
    <dgm:pt modelId="{65DE0BF3-1348-4989-BB99-64FDF879391C}" type="pres">
      <dgm:prSet presAssocID="{7736B995-6880-4950-A61E-01A374D26952}" presName="parentLin" presStyleCnt="0"/>
      <dgm:spPr/>
    </dgm:pt>
    <dgm:pt modelId="{E99EA1FE-CEBB-40F0-A272-6632B85CFC1F}" type="pres">
      <dgm:prSet presAssocID="{7736B995-6880-4950-A61E-01A374D26952}" presName="parentLeftMargin" presStyleLbl="node1" presStyleIdx="1" presStyleCnt="3"/>
      <dgm:spPr/>
    </dgm:pt>
    <dgm:pt modelId="{5987DF7D-DE34-48AF-B6C6-52F55F44B850}" type="pres">
      <dgm:prSet presAssocID="{7736B995-6880-4950-A61E-01A374D26952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A4C16E52-D89B-4B41-A54A-017259C31ADC}" type="pres">
      <dgm:prSet presAssocID="{7736B995-6880-4950-A61E-01A374D26952}" presName="negativeSpace" presStyleCnt="0"/>
      <dgm:spPr/>
    </dgm:pt>
    <dgm:pt modelId="{B7653C7C-3BE2-4829-AD71-8E306FECF1DF}" type="pres">
      <dgm:prSet presAssocID="{7736B995-6880-4950-A61E-01A374D26952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1251DD10-6B20-471D-8971-BD4E80F4BD8E}" srcId="{2299D6D0-5C7E-41B0-861B-43D5EE693171}" destId="{7736B995-6880-4950-A61E-01A374D26952}" srcOrd="2" destOrd="0" parTransId="{7C1A5FB0-2B8B-4A1B-934F-9507FD5A4240}" sibTransId="{01992B70-5B4B-4046-A672-39A220897874}"/>
    <dgm:cxn modelId="{D13D2C12-422B-4793-BDFA-6094FF5B1357}" srcId="{1DDDD686-6663-40FA-B544-E1E0683BA93C}" destId="{EDA6E2F8-2FD4-4461-9ADF-A2DC3C7D6E71}" srcOrd="0" destOrd="0" parTransId="{F22ABDEB-803F-459E-B45B-AC05522D754D}" sibTransId="{FDEA309A-B06F-4176-8650-85A107CFF615}"/>
    <dgm:cxn modelId="{F2715419-F732-484B-BBA1-A9007A9A2443}" type="presOf" srcId="{221722E2-67F7-42DD-90E9-5CDA0BE293D4}" destId="{7A8A0F5F-B3D9-4363-8E8F-DE72CEE610FB}" srcOrd="0" destOrd="0" presId="urn:microsoft.com/office/officeart/2005/8/layout/list1"/>
    <dgm:cxn modelId="{EFBC101A-B324-470B-A7F7-390221616650}" type="presOf" srcId="{F682277F-209B-4A25-BAC8-D3B332C94870}" destId="{B7653C7C-3BE2-4829-AD71-8E306FECF1DF}" srcOrd="0" destOrd="0" presId="urn:microsoft.com/office/officeart/2005/8/layout/list1"/>
    <dgm:cxn modelId="{2B00983B-5F03-443E-AA8E-2CA1E82EB8B8}" srcId="{7736B995-6880-4950-A61E-01A374D26952}" destId="{F682277F-209B-4A25-BAC8-D3B332C94870}" srcOrd="0" destOrd="0" parTransId="{6D848E4F-DF20-4DAF-BB5C-5F2E7F2C8BD1}" sibTransId="{91FAD264-6668-4DDF-B9AD-6DFB654080D6}"/>
    <dgm:cxn modelId="{88E9CB3D-3F93-4E3F-9073-3B55B1654842}" type="presOf" srcId="{7736B995-6880-4950-A61E-01A374D26952}" destId="{E99EA1FE-CEBB-40F0-A272-6632B85CFC1F}" srcOrd="0" destOrd="0" presId="urn:microsoft.com/office/officeart/2005/8/layout/list1"/>
    <dgm:cxn modelId="{ECE2104F-31CA-4886-80A9-A20FD4D8135E}" type="presOf" srcId="{1DDDD686-6663-40FA-B544-E1E0683BA93C}" destId="{E36B0D93-E6BD-4CCA-B7BD-BD410CB9089D}" srcOrd="0" destOrd="0" presId="urn:microsoft.com/office/officeart/2005/8/layout/list1"/>
    <dgm:cxn modelId="{CE937B74-AAD9-4A40-B100-BE309FD78D42}" type="presOf" srcId="{514226AC-FCD7-4468-941A-7999E694BF4B}" destId="{98677B81-6A70-4E07-A740-FC6725975643}" srcOrd="1" destOrd="0" presId="urn:microsoft.com/office/officeart/2005/8/layout/list1"/>
    <dgm:cxn modelId="{028C8757-8A82-44D0-A4EB-6A600CF6141C}" type="presOf" srcId="{7736B995-6880-4950-A61E-01A374D26952}" destId="{5987DF7D-DE34-48AF-B6C6-52F55F44B850}" srcOrd="1" destOrd="0" presId="urn:microsoft.com/office/officeart/2005/8/layout/list1"/>
    <dgm:cxn modelId="{F964A392-543C-4536-A5C5-2A746CF07980}" srcId="{2299D6D0-5C7E-41B0-861B-43D5EE693171}" destId="{514226AC-FCD7-4468-941A-7999E694BF4B}" srcOrd="0" destOrd="0" parTransId="{D89B80ED-94BA-4225-B14D-E87A3F7D2D3E}" sibTransId="{6928F207-8A02-4842-8F6E-98E46A4AF646}"/>
    <dgm:cxn modelId="{D6C8139B-B25C-4034-884F-5932B0B39931}" srcId="{2299D6D0-5C7E-41B0-861B-43D5EE693171}" destId="{1DDDD686-6663-40FA-B544-E1E0683BA93C}" srcOrd="1" destOrd="0" parTransId="{ADC8F0C7-6FDA-49D2-BF8E-0856BDAC2978}" sibTransId="{63A1FC3A-5017-44C4-81C4-1838A6A2EFB9}"/>
    <dgm:cxn modelId="{809170C6-936A-4684-8726-9728F024455F}" type="presOf" srcId="{2299D6D0-5C7E-41B0-861B-43D5EE693171}" destId="{80CFB697-E4F8-4C61-860E-83D27A6ED4B8}" srcOrd="0" destOrd="0" presId="urn:microsoft.com/office/officeart/2005/8/layout/list1"/>
    <dgm:cxn modelId="{74C4BFCD-F557-48A8-BED5-5494FE345DA1}" type="presOf" srcId="{1DDDD686-6663-40FA-B544-E1E0683BA93C}" destId="{2716D3B0-D90F-4A9C-82F5-83B05EE43884}" srcOrd="1" destOrd="0" presId="urn:microsoft.com/office/officeart/2005/8/layout/list1"/>
    <dgm:cxn modelId="{194287E0-A5E4-4121-8A80-D59E5461F5C6}" type="presOf" srcId="{EDA6E2F8-2FD4-4461-9ADF-A2DC3C7D6E71}" destId="{9BCF4D50-B0D8-4A06-B0BA-B7DE80BE6294}" srcOrd="0" destOrd="0" presId="urn:microsoft.com/office/officeart/2005/8/layout/list1"/>
    <dgm:cxn modelId="{F012DAE6-8E8D-4656-99A3-7CEADED4DC36}" type="presOf" srcId="{514226AC-FCD7-4468-941A-7999E694BF4B}" destId="{D07F9A99-6859-451E-BE64-249B168D00FB}" srcOrd="0" destOrd="0" presId="urn:microsoft.com/office/officeart/2005/8/layout/list1"/>
    <dgm:cxn modelId="{F3AA29F2-4C09-48F5-BC15-08713B07DCD2}" srcId="{514226AC-FCD7-4468-941A-7999E694BF4B}" destId="{221722E2-67F7-42DD-90E9-5CDA0BE293D4}" srcOrd="0" destOrd="0" parTransId="{EC3B0266-054C-47A5-97A4-33C321954605}" sibTransId="{AC67D321-B5DA-424B-931B-6ADACB29025E}"/>
    <dgm:cxn modelId="{D50F8C49-2F7E-411F-8A83-EAA4A4FA932B}" type="presParOf" srcId="{80CFB697-E4F8-4C61-860E-83D27A6ED4B8}" destId="{84583F12-A48A-4CC3-AF63-0A750A8DB70C}" srcOrd="0" destOrd="0" presId="urn:microsoft.com/office/officeart/2005/8/layout/list1"/>
    <dgm:cxn modelId="{4D0991E7-2B98-435C-BF0F-CCB513CE0EC6}" type="presParOf" srcId="{84583F12-A48A-4CC3-AF63-0A750A8DB70C}" destId="{D07F9A99-6859-451E-BE64-249B168D00FB}" srcOrd="0" destOrd="0" presId="urn:microsoft.com/office/officeart/2005/8/layout/list1"/>
    <dgm:cxn modelId="{97D066CD-8FE6-4CA1-90DE-7480A5D14404}" type="presParOf" srcId="{84583F12-A48A-4CC3-AF63-0A750A8DB70C}" destId="{98677B81-6A70-4E07-A740-FC6725975643}" srcOrd="1" destOrd="0" presId="urn:microsoft.com/office/officeart/2005/8/layout/list1"/>
    <dgm:cxn modelId="{4B568A10-B1DB-41C1-AC67-691274CE2CBF}" type="presParOf" srcId="{80CFB697-E4F8-4C61-860E-83D27A6ED4B8}" destId="{645F62A4-403B-4BBD-AD9D-DA1E5AB0F882}" srcOrd="1" destOrd="0" presId="urn:microsoft.com/office/officeart/2005/8/layout/list1"/>
    <dgm:cxn modelId="{12D47623-92B6-412C-AF47-D39C8D5D72FA}" type="presParOf" srcId="{80CFB697-E4F8-4C61-860E-83D27A6ED4B8}" destId="{7A8A0F5F-B3D9-4363-8E8F-DE72CEE610FB}" srcOrd="2" destOrd="0" presId="urn:microsoft.com/office/officeart/2005/8/layout/list1"/>
    <dgm:cxn modelId="{D16FD760-40DB-4C04-835A-99BF00CF32B5}" type="presParOf" srcId="{80CFB697-E4F8-4C61-860E-83D27A6ED4B8}" destId="{4C00A2D1-DFA1-46D8-B0FA-DEB180FB76EC}" srcOrd="3" destOrd="0" presId="urn:microsoft.com/office/officeart/2005/8/layout/list1"/>
    <dgm:cxn modelId="{33637738-1C72-4E25-96DA-895ED6ABC23E}" type="presParOf" srcId="{80CFB697-E4F8-4C61-860E-83D27A6ED4B8}" destId="{BB9E6EB5-9166-4166-8072-630F7F899B54}" srcOrd="4" destOrd="0" presId="urn:microsoft.com/office/officeart/2005/8/layout/list1"/>
    <dgm:cxn modelId="{D6E9AFDD-37F9-41D0-B032-A403C69C7210}" type="presParOf" srcId="{BB9E6EB5-9166-4166-8072-630F7F899B54}" destId="{E36B0D93-E6BD-4CCA-B7BD-BD410CB9089D}" srcOrd="0" destOrd="0" presId="urn:microsoft.com/office/officeart/2005/8/layout/list1"/>
    <dgm:cxn modelId="{B964537F-5E34-4FBD-92DE-21CC58771D6D}" type="presParOf" srcId="{BB9E6EB5-9166-4166-8072-630F7F899B54}" destId="{2716D3B0-D90F-4A9C-82F5-83B05EE43884}" srcOrd="1" destOrd="0" presId="urn:microsoft.com/office/officeart/2005/8/layout/list1"/>
    <dgm:cxn modelId="{ABE940F5-1C8C-4283-8670-C861BB952E42}" type="presParOf" srcId="{80CFB697-E4F8-4C61-860E-83D27A6ED4B8}" destId="{A8ED65AA-FADD-44AF-ADE8-3A9E8A8201B3}" srcOrd="5" destOrd="0" presId="urn:microsoft.com/office/officeart/2005/8/layout/list1"/>
    <dgm:cxn modelId="{D122E6F5-4A02-4FAC-ADA8-1137DB45C253}" type="presParOf" srcId="{80CFB697-E4F8-4C61-860E-83D27A6ED4B8}" destId="{9BCF4D50-B0D8-4A06-B0BA-B7DE80BE6294}" srcOrd="6" destOrd="0" presId="urn:microsoft.com/office/officeart/2005/8/layout/list1"/>
    <dgm:cxn modelId="{D66972CA-5608-470D-8192-F16D6C29358C}" type="presParOf" srcId="{80CFB697-E4F8-4C61-860E-83D27A6ED4B8}" destId="{1C32DB84-C78E-4DD8-99B1-EF6FE96625C9}" srcOrd="7" destOrd="0" presId="urn:microsoft.com/office/officeart/2005/8/layout/list1"/>
    <dgm:cxn modelId="{5C4EE501-9F3D-40FC-AA1A-611DF58E3578}" type="presParOf" srcId="{80CFB697-E4F8-4C61-860E-83D27A6ED4B8}" destId="{65DE0BF3-1348-4989-BB99-64FDF879391C}" srcOrd="8" destOrd="0" presId="urn:microsoft.com/office/officeart/2005/8/layout/list1"/>
    <dgm:cxn modelId="{698FADBC-49E1-4887-A0A8-92BE454ECD4E}" type="presParOf" srcId="{65DE0BF3-1348-4989-BB99-64FDF879391C}" destId="{E99EA1FE-CEBB-40F0-A272-6632B85CFC1F}" srcOrd="0" destOrd="0" presId="urn:microsoft.com/office/officeart/2005/8/layout/list1"/>
    <dgm:cxn modelId="{24DB46EA-B6A4-4421-91BC-9BBC3866B6DD}" type="presParOf" srcId="{65DE0BF3-1348-4989-BB99-64FDF879391C}" destId="{5987DF7D-DE34-48AF-B6C6-52F55F44B850}" srcOrd="1" destOrd="0" presId="urn:microsoft.com/office/officeart/2005/8/layout/list1"/>
    <dgm:cxn modelId="{6032E99D-4F5D-451F-B5BB-72285DD1453D}" type="presParOf" srcId="{80CFB697-E4F8-4C61-860E-83D27A6ED4B8}" destId="{A4C16E52-D89B-4B41-A54A-017259C31ADC}" srcOrd="9" destOrd="0" presId="urn:microsoft.com/office/officeart/2005/8/layout/list1"/>
    <dgm:cxn modelId="{BDBE999C-BBAC-4796-8291-9A37767A8719}" type="presParOf" srcId="{80CFB697-E4F8-4C61-860E-83D27A6ED4B8}" destId="{B7653C7C-3BE2-4829-AD71-8E306FECF1DF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1891F1-0C68-48AD-9E2C-28D54DD6DC7A}">
      <dsp:nvSpPr>
        <dsp:cNvPr id="0" name=""/>
        <dsp:cNvSpPr/>
      </dsp:nvSpPr>
      <dsp:spPr>
        <a:xfrm>
          <a:off x="0" y="18130"/>
          <a:ext cx="8761413" cy="16309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 dirty="0"/>
            <a:t>1. </a:t>
          </a:r>
          <a:r>
            <a:rPr lang="en-US" sz="4100" kern="1200" dirty="0" err="1"/>
            <a:t>Studi</a:t>
          </a:r>
          <a:r>
            <a:rPr lang="en-US" sz="4100" kern="1200" dirty="0"/>
            <a:t> </a:t>
          </a:r>
          <a:r>
            <a:rPr lang="en-US" sz="4100" kern="1200" dirty="0" err="1"/>
            <a:t>kasus</a:t>
          </a:r>
          <a:r>
            <a:rPr lang="en-US" sz="4100" kern="1200" dirty="0"/>
            <a:t> dan </a:t>
          </a:r>
          <a:r>
            <a:rPr lang="en-US" sz="4100" kern="1200" dirty="0" err="1"/>
            <a:t>aplikasi</a:t>
          </a:r>
          <a:r>
            <a:rPr lang="en-US" sz="4100" kern="1200" dirty="0"/>
            <a:t> </a:t>
          </a:r>
          <a:r>
            <a:rPr lang="en-US" sz="4100" kern="1200" dirty="0" err="1"/>
            <a:t>praktis</a:t>
          </a:r>
          <a:r>
            <a:rPr lang="en-US" sz="4100" kern="1200" dirty="0"/>
            <a:t> domain DSS.</a:t>
          </a:r>
          <a:endParaRPr lang="en-US" sz="4100" b="1" kern="1200" dirty="0"/>
        </a:p>
      </dsp:txBody>
      <dsp:txXfrm>
        <a:off x="79618" y="97748"/>
        <a:ext cx="8602177" cy="1471744"/>
      </dsp:txXfrm>
    </dsp:sp>
    <dsp:sp modelId="{6505F7B5-B5B5-4AA4-BEB0-79F9781563D0}">
      <dsp:nvSpPr>
        <dsp:cNvPr id="0" name=""/>
        <dsp:cNvSpPr/>
      </dsp:nvSpPr>
      <dsp:spPr>
        <a:xfrm>
          <a:off x="0" y="1767190"/>
          <a:ext cx="8761413" cy="16309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 dirty="0"/>
            <a:t>2. </a:t>
          </a:r>
          <a:r>
            <a:rPr lang="en-US" sz="4100" kern="1200" dirty="0" err="1"/>
            <a:t>Manajemen</a:t>
          </a:r>
          <a:r>
            <a:rPr lang="en-US" sz="4100" kern="1200" dirty="0"/>
            <a:t> </a:t>
          </a:r>
          <a:r>
            <a:rPr lang="en-US" sz="4100" kern="1200" dirty="0" err="1"/>
            <a:t>insiden</a:t>
          </a:r>
          <a:r>
            <a:rPr lang="en-US" sz="4100" kern="1200" dirty="0"/>
            <a:t> dan </a:t>
          </a:r>
          <a:r>
            <a:rPr lang="en-US" sz="4100" kern="1200" dirty="0" err="1"/>
            <a:t>layanan</a:t>
          </a:r>
          <a:r>
            <a:rPr lang="en-US" sz="4100" kern="1200" dirty="0"/>
            <a:t> </a:t>
          </a:r>
          <a:r>
            <a:rPr lang="en-US" sz="4100" kern="1200" dirty="0" err="1"/>
            <a:t>dalam</a:t>
          </a:r>
          <a:r>
            <a:rPr lang="en-US" sz="4100" kern="1200" dirty="0"/>
            <a:t> domain DSS.</a:t>
          </a:r>
          <a:endParaRPr lang="en-US" sz="4100" b="1" kern="1200" dirty="0"/>
        </a:p>
      </dsp:txBody>
      <dsp:txXfrm>
        <a:off x="79618" y="1846808"/>
        <a:ext cx="8602177" cy="147174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F363F6-CAFE-4161-A5B8-8709D9ECDCC2}">
      <dsp:nvSpPr>
        <dsp:cNvPr id="0" name=""/>
        <dsp:cNvSpPr/>
      </dsp:nvSpPr>
      <dsp:spPr>
        <a:xfrm>
          <a:off x="0" y="496389"/>
          <a:ext cx="9621903" cy="2910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7" tIns="687324" rIns="746767" bIns="142240" numCol="1" spcCol="1270" anchor="t" anchorCtr="0">
          <a:noAutofit/>
        </a:bodyPr>
        <a:lstStyle/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1" kern="1200" dirty="0" err="1"/>
            <a:t>Latar</a:t>
          </a:r>
          <a:r>
            <a:rPr lang="en-US" sz="2000" b="1" kern="1200" dirty="0"/>
            <a:t> </a:t>
          </a:r>
          <a:r>
            <a:rPr lang="en-US" sz="2000" b="1" kern="1200" dirty="0" err="1"/>
            <a:t>Belakang</a:t>
          </a:r>
          <a:r>
            <a:rPr lang="en-US" sz="2000" b="1" kern="1200" dirty="0"/>
            <a:t>:</a:t>
          </a:r>
          <a:endParaRPr lang="en-US" sz="2000" kern="1200" dirty="0"/>
        </a:p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 err="1"/>
            <a:t>Sebuah</a:t>
          </a:r>
          <a:r>
            <a:rPr lang="en-US" sz="2000" kern="1200" dirty="0"/>
            <a:t> </a:t>
          </a:r>
          <a:r>
            <a:rPr lang="en-US" sz="2000" kern="1200" dirty="0" err="1"/>
            <a:t>perusahaan</a:t>
          </a:r>
          <a:r>
            <a:rPr lang="en-US" sz="2000" kern="1200" dirty="0"/>
            <a:t> </a:t>
          </a:r>
          <a:r>
            <a:rPr lang="en-US" sz="2000" kern="1200" dirty="0" err="1"/>
            <a:t>telekomunikasi</a:t>
          </a:r>
          <a:r>
            <a:rPr lang="en-US" sz="2000" kern="1200" dirty="0"/>
            <a:t> </a:t>
          </a:r>
          <a:r>
            <a:rPr lang="en-US" sz="2000" kern="1200" dirty="0" err="1"/>
            <a:t>besar</a:t>
          </a:r>
          <a:r>
            <a:rPr lang="en-US" sz="2000" kern="1200" dirty="0"/>
            <a:t> </a:t>
          </a:r>
          <a:r>
            <a:rPr lang="en-US" sz="2000" kern="1200" dirty="0" err="1"/>
            <a:t>mengalami</a:t>
          </a:r>
          <a:r>
            <a:rPr lang="en-US" sz="2000" kern="1200" dirty="0"/>
            <a:t> </a:t>
          </a:r>
          <a:r>
            <a:rPr lang="en-US" sz="2000" kern="1200" dirty="0" err="1"/>
            <a:t>peningkatan</a:t>
          </a:r>
          <a:r>
            <a:rPr lang="en-US" sz="2000" kern="1200" dirty="0"/>
            <a:t> </a:t>
          </a:r>
          <a:r>
            <a:rPr lang="en-US" sz="2000" kern="1200" dirty="0" err="1"/>
            <a:t>jumlah</a:t>
          </a:r>
          <a:r>
            <a:rPr lang="en-US" sz="2000" kern="1200" dirty="0"/>
            <a:t> </a:t>
          </a:r>
          <a:r>
            <a:rPr lang="en-US" sz="2000" kern="1200" dirty="0" err="1"/>
            <a:t>insiden</a:t>
          </a:r>
          <a:r>
            <a:rPr lang="en-US" sz="2000" kern="1200" dirty="0"/>
            <a:t> </a:t>
          </a:r>
          <a:r>
            <a:rPr lang="en-US" sz="2000" kern="1200" dirty="0" err="1"/>
            <a:t>jaringan</a:t>
          </a:r>
          <a:r>
            <a:rPr lang="en-US" sz="2000" kern="1200" dirty="0"/>
            <a:t> yang </a:t>
          </a:r>
          <a:r>
            <a:rPr lang="en-US" sz="2000" kern="1200" dirty="0" err="1"/>
            <a:t>menyebabkan</a:t>
          </a:r>
          <a:r>
            <a:rPr lang="en-US" sz="2000" kern="1200" dirty="0"/>
            <a:t> </a:t>
          </a:r>
          <a:r>
            <a:rPr lang="en-US" sz="2000" kern="1200" dirty="0" err="1"/>
            <a:t>gangguan</a:t>
          </a:r>
          <a:r>
            <a:rPr lang="en-US" sz="2000" kern="1200" dirty="0"/>
            <a:t> </a:t>
          </a:r>
          <a:r>
            <a:rPr lang="en-US" sz="2000" kern="1200" dirty="0" err="1"/>
            <a:t>layanan</a:t>
          </a:r>
          <a:r>
            <a:rPr lang="en-US" sz="2000" kern="1200" dirty="0"/>
            <a:t> </a:t>
          </a:r>
          <a:r>
            <a:rPr lang="en-US" sz="2000" kern="1200" dirty="0" err="1"/>
            <a:t>signifikan</a:t>
          </a:r>
          <a:r>
            <a:rPr lang="en-US" sz="2000" kern="1200" dirty="0"/>
            <a:t> </a:t>
          </a:r>
          <a:r>
            <a:rPr lang="en-US" sz="2000" kern="1200" dirty="0" err="1"/>
            <a:t>bagi</a:t>
          </a:r>
          <a:r>
            <a:rPr lang="en-US" sz="2000" kern="1200" dirty="0"/>
            <a:t> </a:t>
          </a:r>
          <a:r>
            <a:rPr lang="en-US" sz="2000" kern="1200" dirty="0" err="1"/>
            <a:t>pelanggan</a:t>
          </a:r>
          <a:r>
            <a:rPr lang="en-US" sz="2000" kern="1200" dirty="0"/>
            <a:t>. </a:t>
          </a:r>
        </a:p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 err="1"/>
            <a:t>Manajemen</a:t>
          </a:r>
          <a:r>
            <a:rPr lang="en-US" sz="2000" kern="1200" dirty="0"/>
            <a:t> </a:t>
          </a:r>
          <a:r>
            <a:rPr lang="en-US" sz="2000" kern="1200" dirty="0" err="1"/>
            <a:t>perusahaan</a:t>
          </a:r>
          <a:r>
            <a:rPr lang="en-US" sz="2000" kern="1200" dirty="0"/>
            <a:t> </a:t>
          </a:r>
          <a:r>
            <a:rPr lang="en-US" sz="2000" kern="1200" dirty="0" err="1"/>
            <a:t>memutuskan</a:t>
          </a:r>
          <a:r>
            <a:rPr lang="en-US" sz="2000" kern="1200" dirty="0"/>
            <a:t> </a:t>
          </a:r>
          <a:r>
            <a:rPr lang="en-US" sz="2000" kern="1200" dirty="0" err="1"/>
            <a:t>untuk</a:t>
          </a:r>
          <a:r>
            <a:rPr lang="en-US" sz="2000" kern="1200" dirty="0"/>
            <a:t> </a:t>
          </a:r>
          <a:r>
            <a:rPr lang="en-US" sz="2000" kern="1200" dirty="0" err="1"/>
            <a:t>memperbaiki</a:t>
          </a:r>
          <a:r>
            <a:rPr lang="en-US" sz="2000" kern="1200" dirty="0"/>
            <a:t> proses </a:t>
          </a:r>
          <a:r>
            <a:rPr lang="en-US" sz="2000" kern="1200" dirty="0" err="1"/>
            <a:t>manajemen</a:t>
          </a:r>
          <a:r>
            <a:rPr lang="en-US" sz="2000" kern="1200" dirty="0"/>
            <a:t> </a:t>
          </a:r>
          <a:r>
            <a:rPr lang="en-US" sz="2000" kern="1200" dirty="0" err="1"/>
            <a:t>insiden</a:t>
          </a:r>
          <a:r>
            <a:rPr lang="en-US" sz="2000" kern="1200" dirty="0"/>
            <a:t> </a:t>
          </a:r>
          <a:r>
            <a:rPr lang="en-US" sz="2000" kern="1200" dirty="0" err="1"/>
            <a:t>mereka</a:t>
          </a:r>
          <a:r>
            <a:rPr lang="en-US" sz="2000" kern="1200" dirty="0"/>
            <a:t> </a:t>
          </a:r>
          <a:r>
            <a:rPr lang="en-US" sz="2000" kern="1200" dirty="0" err="1"/>
            <a:t>menggunakan</a:t>
          </a:r>
          <a:r>
            <a:rPr lang="en-US" sz="2000" kern="1200" dirty="0"/>
            <a:t> </a:t>
          </a:r>
          <a:r>
            <a:rPr lang="en-US" sz="2000" kern="1200" dirty="0" err="1"/>
            <a:t>kerangka</a:t>
          </a:r>
          <a:r>
            <a:rPr lang="en-US" sz="2000" kern="1200" dirty="0"/>
            <a:t> </a:t>
          </a:r>
          <a:r>
            <a:rPr lang="en-US" sz="2000" kern="1200" dirty="0" err="1"/>
            <a:t>kerja</a:t>
          </a:r>
          <a:r>
            <a:rPr lang="en-US" sz="2000" kern="1200" dirty="0"/>
            <a:t> COBIT 2019.</a:t>
          </a:r>
        </a:p>
      </dsp:txBody>
      <dsp:txXfrm>
        <a:off x="0" y="496389"/>
        <a:ext cx="9621903" cy="2910600"/>
      </dsp:txXfrm>
    </dsp:sp>
    <dsp:sp modelId="{32D0F885-36B7-43B0-8CF8-70FD41F999E7}">
      <dsp:nvSpPr>
        <dsp:cNvPr id="0" name=""/>
        <dsp:cNvSpPr/>
      </dsp:nvSpPr>
      <dsp:spPr>
        <a:xfrm>
          <a:off x="481095" y="9309"/>
          <a:ext cx="6735332" cy="9741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580" tIns="0" rIns="254580" bIns="0" numCol="1" spcCol="1270" anchor="ctr" anchorCtr="0">
          <a:noAutofit/>
        </a:bodyPr>
        <a:lstStyle/>
        <a:p>
          <a:pPr marL="0" lvl="0" indent="0" algn="just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 err="1"/>
            <a:t>Studi</a:t>
          </a:r>
          <a:r>
            <a:rPr lang="en-US" sz="2000" b="1" kern="1200" dirty="0"/>
            <a:t> </a:t>
          </a:r>
          <a:r>
            <a:rPr lang="en-US" sz="2000" b="1" kern="1200" dirty="0" err="1"/>
            <a:t>Kasus</a:t>
          </a:r>
          <a:r>
            <a:rPr lang="en-US" sz="2000" b="1" kern="1200" dirty="0"/>
            <a:t> 1: </a:t>
          </a:r>
          <a:r>
            <a:rPr lang="en-US" sz="2000" b="1" kern="1200" dirty="0" err="1"/>
            <a:t>Manajemen</a:t>
          </a:r>
          <a:r>
            <a:rPr lang="en-US" sz="2000" b="1" kern="1200" dirty="0"/>
            <a:t> </a:t>
          </a:r>
          <a:r>
            <a:rPr lang="en-US" sz="2000" b="1" kern="1200" dirty="0" err="1"/>
            <a:t>Insiden</a:t>
          </a:r>
          <a:r>
            <a:rPr lang="en-US" sz="2000" b="1" kern="1200" dirty="0"/>
            <a:t> di Perusahaan Telekomunikasi</a:t>
          </a:r>
          <a:endParaRPr lang="en-US" sz="2000" kern="1200" dirty="0"/>
        </a:p>
      </dsp:txBody>
      <dsp:txXfrm>
        <a:off x="528650" y="56864"/>
        <a:ext cx="6640222" cy="87905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04AD9E-FBFF-40FC-885F-DAB432463979}">
      <dsp:nvSpPr>
        <dsp:cNvPr id="0" name=""/>
        <dsp:cNvSpPr/>
      </dsp:nvSpPr>
      <dsp:spPr>
        <a:xfrm>
          <a:off x="0" y="722906"/>
          <a:ext cx="9621903" cy="2331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7" tIns="416560" rIns="746767" bIns="142240" numCol="1" spcCol="1270" anchor="t" anchorCtr="0">
          <a:noAutofit/>
        </a:bodyPr>
        <a:lstStyle/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Courier New" panose="02070309020205020404" pitchFamily="49" charset="0"/>
            <a:buChar char="o"/>
          </a:pPr>
          <a:r>
            <a:rPr lang="en-US" sz="2000" b="1" kern="1200" dirty="0" err="1"/>
            <a:t>Aplikasi</a:t>
          </a:r>
          <a:r>
            <a:rPr lang="en-US" sz="2000" b="1" kern="1200" dirty="0"/>
            <a:t> </a:t>
          </a:r>
          <a:r>
            <a:rPr lang="en-US" sz="2000" b="1" kern="1200" dirty="0" err="1"/>
            <a:t>Praktis</a:t>
          </a:r>
          <a:r>
            <a:rPr lang="en-US" sz="2000" b="1" kern="1200" dirty="0"/>
            <a:t>:</a:t>
          </a:r>
          <a:r>
            <a:rPr lang="en-US" sz="2000" kern="1200" dirty="0"/>
            <a:t> </a:t>
          </a:r>
          <a:r>
            <a:rPr lang="en-US" sz="2000" kern="1200" dirty="0" err="1"/>
            <a:t>Mengimplementasikan</a:t>
          </a:r>
          <a:r>
            <a:rPr lang="en-US" sz="2000" kern="1200" dirty="0"/>
            <a:t> </a:t>
          </a:r>
          <a:r>
            <a:rPr lang="en-US" sz="2000" kern="1200" dirty="0" err="1"/>
            <a:t>sistem</a:t>
          </a:r>
          <a:r>
            <a:rPr lang="en-US" sz="2000" kern="1200" dirty="0"/>
            <a:t> </a:t>
          </a:r>
          <a:r>
            <a:rPr lang="en-US" sz="2000" kern="1200" dirty="0" err="1"/>
            <a:t>manajemen</a:t>
          </a:r>
          <a:r>
            <a:rPr lang="en-US" sz="2000" kern="1200" dirty="0"/>
            <a:t> </a:t>
          </a:r>
          <a:r>
            <a:rPr lang="en-US" sz="2000" kern="1200" dirty="0" err="1"/>
            <a:t>insiden</a:t>
          </a:r>
          <a:r>
            <a:rPr lang="en-US" sz="2000" kern="1200" dirty="0"/>
            <a:t> yang </a:t>
          </a:r>
          <a:r>
            <a:rPr lang="en-US" sz="2000" kern="1200" dirty="0" err="1"/>
            <a:t>lebih</a:t>
          </a:r>
          <a:r>
            <a:rPr lang="en-US" sz="2000" kern="1200" dirty="0"/>
            <a:t> </a:t>
          </a:r>
          <a:r>
            <a:rPr lang="en-US" sz="2000" kern="1200" dirty="0" err="1"/>
            <a:t>baik</a:t>
          </a:r>
          <a:r>
            <a:rPr lang="en-US" sz="2000" kern="1200" dirty="0"/>
            <a:t> </a:t>
          </a:r>
          <a:r>
            <a:rPr lang="en-US" sz="2000" kern="1200" dirty="0" err="1"/>
            <a:t>dengan</a:t>
          </a:r>
          <a:r>
            <a:rPr lang="en-US" sz="2000" kern="1200" dirty="0"/>
            <a:t> </a:t>
          </a:r>
          <a:r>
            <a:rPr lang="en-US" sz="2000" kern="1200" dirty="0" err="1"/>
            <a:t>mendokumentasikan</a:t>
          </a:r>
          <a:r>
            <a:rPr lang="en-US" sz="2000" kern="1200" dirty="0"/>
            <a:t> </a:t>
          </a:r>
          <a:r>
            <a:rPr lang="en-US" sz="2000" kern="1200" dirty="0" err="1"/>
            <a:t>semua</a:t>
          </a:r>
          <a:r>
            <a:rPr lang="en-US" sz="2000" kern="1200" dirty="0"/>
            <a:t> </a:t>
          </a:r>
          <a:r>
            <a:rPr lang="en-US" sz="2000" kern="1200" dirty="0" err="1"/>
            <a:t>insiden</a:t>
          </a:r>
          <a:r>
            <a:rPr lang="en-US" sz="2000" kern="1200" dirty="0"/>
            <a:t>, </a:t>
          </a:r>
          <a:r>
            <a:rPr lang="en-US" sz="2000" kern="1200" dirty="0" err="1"/>
            <a:t>melacak</a:t>
          </a:r>
          <a:r>
            <a:rPr lang="en-US" sz="2000" kern="1200" dirty="0"/>
            <a:t> status </a:t>
          </a:r>
          <a:r>
            <a:rPr lang="en-US" sz="2000" kern="1200" dirty="0" err="1"/>
            <a:t>mereka</a:t>
          </a:r>
          <a:r>
            <a:rPr lang="en-US" sz="2000" kern="1200" dirty="0"/>
            <a:t>, dan </a:t>
          </a:r>
          <a:r>
            <a:rPr lang="en-US" sz="2000" kern="1200" dirty="0" err="1"/>
            <a:t>menetapkan</a:t>
          </a:r>
          <a:r>
            <a:rPr lang="en-US" sz="2000" kern="1200" dirty="0"/>
            <a:t> </a:t>
          </a:r>
          <a:r>
            <a:rPr lang="en-US" sz="2000" kern="1200" dirty="0" err="1"/>
            <a:t>prioritas</a:t>
          </a:r>
          <a:r>
            <a:rPr lang="en-US" sz="2000" kern="1200" dirty="0"/>
            <a:t> </a:t>
          </a:r>
          <a:r>
            <a:rPr lang="en-US" sz="2000" kern="1200" dirty="0" err="1"/>
            <a:t>berdasarkan</a:t>
          </a:r>
          <a:r>
            <a:rPr lang="en-US" sz="2000" kern="1200" dirty="0"/>
            <a:t> </a:t>
          </a:r>
          <a:r>
            <a:rPr lang="en-US" sz="2000" kern="1200" dirty="0" err="1"/>
            <a:t>dampak</a:t>
          </a:r>
          <a:r>
            <a:rPr lang="en-US" sz="2000" kern="1200" dirty="0"/>
            <a:t> </a:t>
          </a:r>
          <a:r>
            <a:rPr lang="en-US" sz="2000" kern="1200" dirty="0" err="1"/>
            <a:t>bisnis</a:t>
          </a:r>
          <a:r>
            <a:rPr lang="en-US" sz="2000" kern="1200" dirty="0"/>
            <a:t>.</a:t>
          </a:r>
        </a:p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Courier New" panose="02070309020205020404" pitchFamily="49" charset="0"/>
            <a:buChar char="o"/>
          </a:pPr>
          <a:r>
            <a:rPr lang="en-US" sz="2000" b="1" kern="1200" dirty="0" err="1"/>
            <a:t>Tantangan</a:t>
          </a:r>
          <a:r>
            <a:rPr lang="en-US" sz="2000" b="1" kern="1200" dirty="0"/>
            <a:t>:</a:t>
          </a:r>
          <a:r>
            <a:rPr lang="en-US" sz="2000" kern="1200" dirty="0"/>
            <a:t> </a:t>
          </a:r>
          <a:r>
            <a:rPr lang="en-US" sz="2000" kern="1200" dirty="0" err="1"/>
            <a:t>Memastikan</a:t>
          </a:r>
          <a:r>
            <a:rPr lang="en-US" sz="2000" kern="1200" dirty="0"/>
            <a:t> </a:t>
          </a:r>
          <a:r>
            <a:rPr lang="en-US" sz="2000" kern="1200" dirty="0" err="1"/>
            <a:t>semua</a:t>
          </a:r>
          <a:r>
            <a:rPr lang="en-US" sz="2000" kern="1200" dirty="0"/>
            <a:t> </a:t>
          </a:r>
          <a:r>
            <a:rPr lang="en-US" sz="2000" kern="1200" dirty="0" err="1"/>
            <a:t>insiden</a:t>
          </a:r>
          <a:r>
            <a:rPr lang="en-US" sz="2000" kern="1200" dirty="0"/>
            <a:t> </a:t>
          </a:r>
          <a:r>
            <a:rPr lang="en-US" sz="2000" kern="1200" dirty="0" err="1"/>
            <a:t>didokumentasikan</a:t>
          </a:r>
          <a:r>
            <a:rPr lang="en-US" sz="2000" kern="1200" dirty="0"/>
            <a:t> </a:t>
          </a:r>
          <a:r>
            <a:rPr lang="en-US" sz="2000" kern="1200" dirty="0" err="1"/>
            <a:t>dengan</a:t>
          </a:r>
          <a:r>
            <a:rPr lang="en-US" sz="2000" kern="1200" dirty="0"/>
            <a:t> </a:t>
          </a:r>
          <a:r>
            <a:rPr lang="en-US" sz="2000" kern="1200" dirty="0" err="1"/>
            <a:t>benar</a:t>
          </a:r>
          <a:r>
            <a:rPr lang="en-US" sz="2000" kern="1200" dirty="0"/>
            <a:t> dan </a:t>
          </a:r>
          <a:r>
            <a:rPr lang="en-US" sz="2000" kern="1200" dirty="0" err="1"/>
            <a:t>ditangani</a:t>
          </a:r>
          <a:r>
            <a:rPr lang="en-US" sz="2000" kern="1200" dirty="0"/>
            <a:t> </a:t>
          </a:r>
          <a:r>
            <a:rPr lang="en-US" sz="2000" kern="1200" dirty="0" err="1"/>
            <a:t>dalam</a:t>
          </a:r>
          <a:r>
            <a:rPr lang="en-US" sz="2000" kern="1200" dirty="0"/>
            <a:t> </a:t>
          </a:r>
          <a:r>
            <a:rPr lang="en-US" sz="2000" kern="1200" dirty="0" err="1"/>
            <a:t>waktu</a:t>
          </a:r>
          <a:r>
            <a:rPr lang="en-US" sz="2000" kern="1200" dirty="0"/>
            <a:t> yang </a:t>
          </a:r>
          <a:r>
            <a:rPr lang="en-US" sz="2000" kern="1200" dirty="0" err="1"/>
            <a:t>tepat</a:t>
          </a:r>
          <a:r>
            <a:rPr lang="en-US" sz="2000" kern="1200" dirty="0"/>
            <a:t>.</a:t>
          </a:r>
        </a:p>
      </dsp:txBody>
      <dsp:txXfrm>
        <a:off x="0" y="722906"/>
        <a:ext cx="9621903" cy="2331000"/>
      </dsp:txXfrm>
    </dsp:sp>
    <dsp:sp modelId="{A31C794D-D5C2-4585-8016-D2E7202A19DF}">
      <dsp:nvSpPr>
        <dsp:cNvPr id="0" name=""/>
        <dsp:cNvSpPr/>
      </dsp:nvSpPr>
      <dsp:spPr>
        <a:xfrm>
          <a:off x="481095" y="427706"/>
          <a:ext cx="6735332" cy="5904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580" tIns="0" rIns="254580" bIns="0" numCol="1" spcCol="1270" anchor="ctr" anchorCtr="0">
          <a:noAutofit/>
        </a:bodyPr>
        <a:lstStyle/>
        <a:p>
          <a:pPr marL="0" lvl="0" indent="0" algn="just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2000" b="1" kern="1200" dirty="0"/>
            <a:t>DSS02 - Manage Service Requests and Incidents</a:t>
          </a:r>
          <a:endParaRPr lang="en-US" sz="2000" kern="1200" dirty="0"/>
        </a:p>
      </dsp:txBody>
      <dsp:txXfrm>
        <a:off x="509916" y="456527"/>
        <a:ext cx="6677690" cy="53275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3F2CEF-4CF9-42FE-A521-F0DDBEE0B142}">
      <dsp:nvSpPr>
        <dsp:cNvPr id="0" name=""/>
        <dsp:cNvSpPr/>
      </dsp:nvSpPr>
      <dsp:spPr>
        <a:xfrm>
          <a:off x="0" y="389097"/>
          <a:ext cx="9621903" cy="30428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7" tIns="479044" rIns="746767" bIns="163576" numCol="1" spcCol="1270" anchor="t" anchorCtr="0">
          <a:noAutofit/>
        </a:bodyPr>
        <a:lstStyle/>
        <a:p>
          <a:pPr marL="228600" lvl="1" indent="-228600" algn="just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Symbol" panose="05050102010706020507" pitchFamily="18" charset="2"/>
            <a:buChar char=""/>
          </a:pPr>
          <a:r>
            <a:rPr lang="en-US" sz="2300" kern="1200" dirty="0" err="1"/>
            <a:t>Menerapkan</a:t>
          </a:r>
          <a:r>
            <a:rPr lang="en-US" sz="2300" kern="1200" dirty="0"/>
            <a:t> </a:t>
          </a:r>
          <a:r>
            <a:rPr lang="en-US" sz="2300" kern="1200" dirty="0" err="1"/>
            <a:t>alat</a:t>
          </a:r>
          <a:r>
            <a:rPr lang="en-US" sz="2300" kern="1200" dirty="0"/>
            <a:t> </a:t>
          </a:r>
          <a:r>
            <a:rPr lang="en-US" sz="2300" kern="1200" dirty="0" err="1"/>
            <a:t>pelaporan</a:t>
          </a:r>
          <a:r>
            <a:rPr lang="en-US" sz="2300" kern="1200" dirty="0"/>
            <a:t> </a:t>
          </a:r>
          <a:r>
            <a:rPr lang="en-US" sz="2300" kern="1200" dirty="0" err="1"/>
            <a:t>insiden</a:t>
          </a:r>
          <a:r>
            <a:rPr lang="en-US" sz="2300" kern="1200" dirty="0"/>
            <a:t> yang </a:t>
          </a:r>
          <a:r>
            <a:rPr lang="en-US" sz="2300" kern="1200" dirty="0" err="1"/>
            <a:t>memungkinkan</a:t>
          </a:r>
          <a:r>
            <a:rPr lang="en-US" sz="2300" kern="1200" dirty="0"/>
            <a:t> </a:t>
          </a:r>
          <a:r>
            <a:rPr lang="en-US" sz="2300" kern="1200" dirty="0" err="1"/>
            <a:t>pengguna</a:t>
          </a:r>
          <a:r>
            <a:rPr lang="en-US" sz="2300" kern="1200" dirty="0"/>
            <a:t> </a:t>
          </a:r>
          <a:r>
            <a:rPr lang="en-US" sz="2300" kern="1200" dirty="0" err="1"/>
            <a:t>untuk</a:t>
          </a:r>
          <a:r>
            <a:rPr lang="en-US" sz="2300" kern="1200" dirty="0"/>
            <a:t> </a:t>
          </a:r>
          <a:r>
            <a:rPr lang="en-US" sz="2300" kern="1200" dirty="0" err="1"/>
            <a:t>melaporkan</a:t>
          </a:r>
          <a:r>
            <a:rPr lang="en-US" sz="2300" kern="1200" dirty="0"/>
            <a:t> </a:t>
          </a:r>
          <a:r>
            <a:rPr lang="en-US" sz="2300" kern="1200" dirty="0" err="1"/>
            <a:t>insiden</a:t>
          </a:r>
          <a:r>
            <a:rPr lang="en-US" sz="2300" kern="1200" dirty="0"/>
            <a:t> </a:t>
          </a:r>
          <a:r>
            <a:rPr lang="en-US" sz="2300" kern="1200" dirty="0" err="1"/>
            <a:t>dengan</a:t>
          </a:r>
          <a:r>
            <a:rPr lang="en-US" sz="2300" kern="1200" dirty="0"/>
            <a:t> </a:t>
          </a:r>
          <a:r>
            <a:rPr lang="en-US" sz="2300" kern="1200" dirty="0" err="1"/>
            <a:t>mudah</a:t>
          </a:r>
          <a:r>
            <a:rPr lang="en-US" sz="2300" kern="1200" dirty="0"/>
            <a:t>.</a:t>
          </a:r>
        </a:p>
        <a:p>
          <a:pPr marL="228600" lvl="1" indent="-228600" algn="just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Symbol" panose="05050102010706020507" pitchFamily="18" charset="2"/>
            <a:buChar char=""/>
          </a:pPr>
          <a:r>
            <a:rPr lang="en-US" sz="2300" kern="1200" dirty="0" err="1"/>
            <a:t>Melatih</a:t>
          </a:r>
          <a:r>
            <a:rPr lang="en-US" sz="2300" kern="1200" dirty="0"/>
            <a:t> </a:t>
          </a:r>
          <a:r>
            <a:rPr lang="en-US" sz="2300" kern="1200" dirty="0" err="1"/>
            <a:t>tim</a:t>
          </a:r>
          <a:r>
            <a:rPr lang="en-US" sz="2300" kern="1200" dirty="0"/>
            <a:t> </a:t>
          </a:r>
          <a:r>
            <a:rPr lang="en-US" sz="2300" kern="1200" dirty="0" err="1"/>
            <a:t>dukungan</a:t>
          </a:r>
          <a:r>
            <a:rPr lang="en-US" sz="2300" kern="1200" dirty="0"/>
            <a:t> </a:t>
          </a:r>
          <a:r>
            <a:rPr lang="en-US" sz="2300" kern="1200" dirty="0" err="1"/>
            <a:t>dalam</a:t>
          </a:r>
          <a:r>
            <a:rPr lang="en-US" sz="2300" kern="1200" dirty="0"/>
            <a:t> </a:t>
          </a:r>
          <a:r>
            <a:rPr lang="en-US" sz="2300" kern="1200" dirty="0" err="1"/>
            <a:t>penanganan</a:t>
          </a:r>
          <a:r>
            <a:rPr lang="en-US" sz="2300" kern="1200" dirty="0"/>
            <a:t> </a:t>
          </a:r>
          <a:r>
            <a:rPr lang="en-US" sz="2300" kern="1200" dirty="0" err="1"/>
            <a:t>insiden</a:t>
          </a:r>
          <a:r>
            <a:rPr lang="en-US" sz="2300" kern="1200" dirty="0"/>
            <a:t> yang </a:t>
          </a:r>
          <a:r>
            <a:rPr lang="en-US" sz="2300" kern="1200" dirty="0" err="1"/>
            <a:t>efisien</a:t>
          </a:r>
          <a:r>
            <a:rPr lang="en-US" sz="2300" kern="1200" dirty="0"/>
            <a:t>.</a:t>
          </a:r>
        </a:p>
        <a:p>
          <a:pPr marL="228600" lvl="1" indent="-228600" algn="just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Symbol" panose="05050102010706020507" pitchFamily="18" charset="2"/>
            <a:buChar char=""/>
          </a:pPr>
          <a:r>
            <a:rPr lang="en-US" sz="2300" kern="1200" dirty="0" err="1"/>
            <a:t>Menetapkan</a:t>
          </a:r>
          <a:r>
            <a:rPr lang="en-US" sz="2300" kern="1200" dirty="0"/>
            <a:t> </a:t>
          </a:r>
          <a:r>
            <a:rPr lang="en-US" sz="2300" kern="1200" dirty="0" err="1"/>
            <a:t>prosedur</a:t>
          </a:r>
          <a:r>
            <a:rPr lang="en-US" sz="2300" kern="1200" dirty="0"/>
            <a:t> </a:t>
          </a:r>
          <a:r>
            <a:rPr lang="en-US" sz="2300" kern="1200" dirty="0" err="1"/>
            <a:t>standar</a:t>
          </a:r>
          <a:r>
            <a:rPr lang="en-US" sz="2300" kern="1200" dirty="0"/>
            <a:t> </a:t>
          </a:r>
          <a:r>
            <a:rPr lang="en-US" sz="2300" kern="1200" dirty="0" err="1"/>
            <a:t>untuk</a:t>
          </a:r>
          <a:r>
            <a:rPr lang="en-US" sz="2300" kern="1200" dirty="0"/>
            <a:t> </a:t>
          </a:r>
          <a:r>
            <a:rPr lang="en-US" sz="2300" kern="1200" dirty="0" err="1"/>
            <a:t>analisis</a:t>
          </a:r>
          <a:r>
            <a:rPr lang="en-US" sz="2300" kern="1200" dirty="0"/>
            <a:t> </a:t>
          </a:r>
          <a:r>
            <a:rPr lang="en-US" sz="2300" kern="1200" dirty="0" err="1"/>
            <a:t>akar</a:t>
          </a:r>
          <a:r>
            <a:rPr lang="en-US" sz="2300" kern="1200" dirty="0"/>
            <a:t> </a:t>
          </a:r>
          <a:r>
            <a:rPr lang="en-US" sz="2300" kern="1200" dirty="0" err="1"/>
            <a:t>penyebab</a:t>
          </a:r>
          <a:r>
            <a:rPr lang="en-US" sz="2300" kern="1200" dirty="0"/>
            <a:t> dan </a:t>
          </a:r>
          <a:r>
            <a:rPr lang="en-US" sz="2300" kern="1200" dirty="0" err="1"/>
            <a:t>penyelesaian</a:t>
          </a:r>
          <a:r>
            <a:rPr lang="en-US" sz="2300" kern="1200" dirty="0"/>
            <a:t> </a:t>
          </a:r>
          <a:r>
            <a:rPr lang="en-US" sz="2300" kern="1200" dirty="0" err="1"/>
            <a:t>insiden</a:t>
          </a:r>
          <a:r>
            <a:rPr lang="en-US" sz="2300" kern="1200" dirty="0"/>
            <a:t>.</a:t>
          </a:r>
        </a:p>
      </dsp:txBody>
      <dsp:txXfrm>
        <a:off x="0" y="389097"/>
        <a:ext cx="9621903" cy="3042899"/>
      </dsp:txXfrm>
    </dsp:sp>
    <dsp:sp modelId="{978AA018-579F-4399-9DE5-8D6781E01ED6}">
      <dsp:nvSpPr>
        <dsp:cNvPr id="0" name=""/>
        <dsp:cNvSpPr/>
      </dsp:nvSpPr>
      <dsp:spPr>
        <a:xfrm>
          <a:off x="481095" y="49617"/>
          <a:ext cx="6735332" cy="6789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580" tIns="0" rIns="254580" bIns="0" numCol="1" spcCol="1270" anchor="ctr" anchorCtr="0">
          <a:noAutofit/>
        </a:bodyPr>
        <a:lstStyle/>
        <a:p>
          <a:pPr marL="0" lvl="0" indent="0" algn="just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Courier New" panose="02070309020205020404" pitchFamily="49" charset="0"/>
            <a:buNone/>
          </a:pPr>
          <a:r>
            <a:rPr lang="en-US" sz="2300" b="1" kern="1200" dirty="0" err="1"/>
            <a:t>Kegiatan</a:t>
          </a:r>
          <a:r>
            <a:rPr lang="en-US" sz="2300" b="1" kern="1200" dirty="0"/>
            <a:t> Utama:</a:t>
          </a:r>
          <a:endParaRPr lang="en-US" sz="2300" kern="1200" dirty="0"/>
        </a:p>
      </dsp:txBody>
      <dsp:txXfrm>
        <a:off x="514239" y="82761"/>
        <a:ext cx="6669044" cy="61267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8A1AF8-F5BA-47BD-9659-EC6899F04FEC}">
      <dsp:nvSpPr>
        <dsp:cNvPr id="0" name=""/>
        <dsp:cNvSpPr/>
      </dsp:nvSpPr>
      <dsp:spPr>
        <a:xfrm>
          <a:off x="0" y="396180"/>
          <a:ext cx="9621903" cy="21656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7" tIns="520700" rIns="746767" bIns="17780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Symbol" panose="05050102010706020507" pitchFamily="18" charset="2"/>
            <a:buChar char=""/>
          </a:pPr>
          <a:r>
            <a:rPr lang="en-US" sz="2500" kern="1200" dirty="0" err="1"/>
            <a:t>Penurunan</a:t>
          </a:r>
          <a:r>
            <a:rPr lang="en-US" sz="2500" kern="1200" dirty="0"/>
            <a:t> </a:t>
          </a:r>
          <a:r>
            <a:rPr lang="en-US" sz="2500" kern="1200" dirty="0" err="1"/>
            <a:t>jumlah</a:t>
          </a:r>
          <a:r>
            <a:rPr lang="en-US" sz="2500" kern="1200" dirty="0"/>
            <a:t> </a:t>
          </a:r>
          <a:r>
            <a:rPr lang="en-US" sz="2500" kern="1200" dirty="0" err="1"/>
            <a:t>insiden</a:t>
          </a:r>
          <a:r>
            <a:rPr lang="en-US" sz="2500" kern="1200" dirty="0"/>
            <a:t> </a:t>
          </a:r>
          <a:r>
            <a:rPr lang="en-US" sz="2500" kern="1200" dirty="0" err="1"/>
            <a:t>berulang</a:t>
          </a:r>
          <a:r>
            <a:rPr lang="en-US" sz="2500" kern="1200" dirty="0"/>
            <a:t>.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Symbol" panose="05050102010706020507" pitchFamily="18" charset="2"/>
            <a:buChar char=""/>
          </a:pPr>
          <a:r>
            <a:rPr lang="en-US" sz="2500" kern="1200" dirty="0" err="1"/>
            <a:t>Peningkatan</a:t>
          </a:r>
          <a:r>
            <a:rPr lang="en-US" sz="2500" kern="1200" dirty="0"/>
            <a:t> </a:t>
          </a:r>
          <a:r>
            <a:rPr lang="en-US" sz="2500" kern="1200" dirty="0" err="1"/>
            <a:t>kepuasan</a:t>
          </a:r>
          <a:r>
            <a:rPr lang="en-US" sz="2500" kern="1200" dirty="0"/>
            <a:t> </a:t>
          </a:r>
          <a:r>
            <a:rPr lang="en-US" sz="2500" kern="1200" dirty="0" err="1"/>
            <a:t>pelanggan</a:t>
          </a:r>
          <a:r>
            <a:rPr lang="en-US" sz="2500" kern="1200" dirty="0"/>
            <a:t> </a:t>
          </a:r>
          <a:r>
            <a:rPr lang="en-US" sz="2500" kern="1200" dirty="0" err="1"/>
            <a:t>karena</a:t>
          </a:r>
          <a:r>
            <a:rPr lang="en-US" sz="2500" kern="1200" dirty="0"/>
            <a:t> </a:t>
          </a:r>
          <a:r>
            <a:rPr lang="en-US" sz="2500" kern="1200" dirty="0" err="1"/>
            <a:t>penanganan</a:t>
          </a:r>
          <a:r>
            <a:rPr lang="en-US" sz="2500" kern="1200" dirty="0"/>
            <a:t> </a:t>
          </a:r>
          <a:r>
            <a:rPr lang="en-US" sz="2500" kern="1200" dirty="0" err="1"/>
            <a:t>insiden</a:t>
          </a:r>
          <a:r>
            <a:rPr lang="en-US" sz="2500" kern="1200" dirty="0"/>
            <a:t> yang </a:t>
          </a:r>
          <a:r>
            <a:rPr lang="en-US" sz="2500" kern="1200" dirty="0" err="1"/>
            <a:t>lebih</a:t>
          </a:r>
          <a:r>
            <a:rPr lang="en-US" sz="2500" kern="1200" dirty="0"/>
            <a:t> </a:t>
          </a:r>
          <a:r>
            <a:rPr lang="en-US" sz="2500" kern="1200" dirty="0" err="1"/>
            <a:t>cepat</a:t>
          </a:r>
          <a:r>
            <a:rPr lang="en-US" sz="2500" kern="1200" dirty="0"/>
            <a:t> dan </a:t>
          </a:r>
          <a:r>
            <a:rPr lang="en-US" sz="2500" kern="1200" dirty="0" err="1"/>
            <a:t>lebih</a:t>
          </a:r>
          <a:r>
            <a:rPr lang="en-US" sz="2500" kern="1200" dirty="0"/>
            <a:t> </a:t>
          </a:r>
          <a:r>
            <a:rPr lang="en-US" sz="2500" kern="1200" dirty="0" err="1"/>
            <a:t>efektif</a:t>
          </a:r>
          <a:r>
            <a:rPr lang="en-US" sz="2500" kern="1200" dirty="0"/>
            <a:t>.</a:t>
          </a:r>
        </a:p>
      </dsp:txBody>
      <dsp:txXfrm>
        <a:off x="0" y="396180"/>
        <a:ext cx="9621903" cy="2165625"/>
      </dsp:txXfrm>
    </dsp:sp>
    <dsp:sp modelId="{D88D6BDC-FAE6-4B2E-89DF-7E9A65848EBE}">
      <dsp:nvSpPr>
        <dsp:cNvPr id="0" name=""/>
        <dsp:cNvSpPr/>
      </dsp:nvSpPr>
      <dsp:spPr>
        <a:xfrm>
          <a:off x="481095" y="27180"/>
          <a:ext cx="6735332" cy="7380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580" tIns="0" rIns="254580" bIns="0" numCol="1" spcCol="1270" anchor="ctr" anchorCtr="0">
          <a:noAutofit/>
        </a:bodyPr>
        <a:lstStyle/>
        <a:p>
          <a:pPr marL="0" lvl="0" indent="0" algn="just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Courier New" panose="02070309020205020404" pitchFamily="49" charset="0"/>
            <a:buNone/>
          </a:pPr>
          <a:r>
            <a:rPr lang="en-US" sz="2500" b="1" kern="1200"/>
            <a:t>Hasil:</a:t>
          </a:r>
          <a:endParaRPr lang="en-US" sz="2500" kern="1200" dirty="0"/>
        </a:p>
      </dsp:txBody>
      <dsp:txXfrm>
        <a:off x="517121" y="63206"/>
        <a:ext cx="6663280" cy="66594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18E96E-46E0-4E09-8748-BF8B8E6BD414}">
      <dsp:nvSpPr>
        <dsp:cNvPr id="0" name=""/>
        <dsp:cNvSpPr/>
      </dsp:nvSpPr>
      <dsp:spPr>
        <a:xfrm>
          <a:off x="0" y="368126"/>
          <a:ext cx="9621903" cy="309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7" tIns="499872" rIns="746767" bIns="170688" numCol="1" spcCol="1270" anchor="t" anchorCtr="0">
          <a:noAutofit/>
        </a:bodyPr>
        <a:lstStyle/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2400" b="1" kern="1200" dirty="0"/>
            <a:t>Sebuah bank multinasional ingin memastikan bahwa mereka dapat pulih dengan cepat dari gangguan operasional besar seperti bencana alam atau serangan siber. </a:t>
          </a:r>
          <a:endParaRPr lang="en-US" sz="2400" b="1" kern="1200" dirty="0"/>
        </a:p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2400" b="1" kern="1200" dirty="0"/>
            <a:t>Mereka memutuskan untuk meningkatkan rencana pemulihan bencana mereka menggunakan panduan dari COBIT 2019.</a:t>
          </a:r>
          <a:endParaRPr lang="en-US" sz="2400" b="1" kern="1200" dirty="0"/>
        </a:p>
      </dsp:txBody>
      <dsp:txXfrm>
        <a:off x="0" y="368126"/>
        <a:ext cx="9621903" cy="3099600"/>
      </dsp:txXfrm>
    </dsp:sp>
    <dsp:sp modelId="{7813AA71-0444-4C35-8934-B1F48F93B9E7}">
      <dsp:nvSpPr>
        <dsp:cNvPr id="0" name=""/>
        <dsp:cNvSpPr/>
      </dsp:nvSpPr>
      <dsp:spPr>
        <a:xfrm>
          <a:off x="481095" y="13886"/>
          <a:ext cx="6735332" cy="7084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580" tIns="0" rIns="254580" bIns="0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400" b="1" kern="1200" dirty="0"/>
            <a:t>Latar Belakang:</a:t>
          </a:r>
          <a:endParaRPr lang="en-US" sz="2400" kern="1200" dirty="0"/>
        </a:p>
      </dsp:txBody>
      <dsp:txXfrm>
        <a:off x="515680" y="48471"/>
        <a:ext cx="6666162" cy="63931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18E96E-46E0-4E09-8748-BF8B8E6BD414}">
      <dsp:nvSpPr>
        <dsp:cNvPr id="0" name=""/>
        <dsp:cNvSpPr/>
      </dsp:nvSpPr>
      <dsp:spPr>
        <a:xfrm>
          <a:off x="0" y="374337"/>
          <a:ext cx="9621903" cy="30428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7" tIns="437388" rIns="746767" bIns="149352" numCol="1" spcCol="1270" anchor="t" anchorCtr="0">
          <a:noAutofit/>
        </a:bodyPr>
        <a:lstStyle/>
        <a:p>
          <a:pPr marL="228600" lvl="1" indent="-228600" algn="just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US" sz="2100" b="1" kern="1200"/>
            <a:t>DSS04 - Manage Continuity</a:t>
          </a:r>
          <a:endParaRPr lang="en-US" sz="2100" kern="1200"/>
        </a:p>
        <a:p>
          <a:pPr marL="457200" lvl="2" indent="-228600" algn="just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Courier New" panose="02070309020205020404" pitchFamily="49" charset="0"/>
            <a:buChar char="o"/>
          </a:pPr>
          <a:r>
            <a:rPr lang="en-US" sz="2100" b="1" kern="1200"/>
            <a:t>Aplikasi Praktis:</a:t>
          </a:r>
          <a:r>
            <a:rPr lang="en-US" sz="2100" kern="1200"/>
            <a:t> Mengembangkan dan mengimplementasikan rencana pemulihan bencana yang komprehensif, termasuk uji coba berkala dan pembaruan rencana berdasarkan hasil uji coba.</a:t>
          </a:r>
        </a:p>
        <a:p>
          <a:pPr marL="457200" lvl="2" indent="-228600" algn="just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Courier New" panose="02070309020205020404" pitchFamily="49" charset="0"/>
            <a:buChar char="o"/>
          </a:pPr>
          <a:r>
            <a:rPr lang="en-US" sz="2100" b="1" kern="1200"/>
            <a:t>Tantangan:</a:t>
          </a:r>
          <a:r>
            <a:rPr lang="en-US" sz="2100" kern="1200"/>
            <a:t> Memastikan bahwa semua pemangku kepentingan memahami dan mendukung rencana pemulihan bencana.</a:t>
          </a:r>
        </a:p>
      </dsp:txBody>
      <dsp:txXfrm>
        <a:off x="0" y="374337"/>
        <a:ext cx="9621903" cy="3042899"/>
      </dsp:txXfrm>
    </dsp:sp>
    <dsp:sp modelId="{7813AA71-0444-4C35-8934-B1F48F93B9E7}">
      <dsp:nvSpPr>
        <dsp:cNvPr id="0" name=""/>
        <dsp:cNvSpPr/>
      </dsp:nvSpPr>
      <dsp:spPr>
        <a:xfrm>
          <a:off x="481095" y="64377"/>
          <a:ext cx="6735332" cy="6199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580" tIns="0" rIns="254580" bIns="0" numCol="1" spcCol="1270" anchor="ctr" anchorCtr="0">
          <a:noAutofit/>
        </a:bodyPr>
        <a:lstStyle/>
        <a:p>
          <a:pPr marL="0" lvl="0" indent="0" algn="just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Proses DSS yang Relevan:</a:t>
          </a:r>
          <a:endParaRPr lang="en-US" sz="2100" kern="1200" dirty="0"/>
        </a:p>
      </dsp:txBody>
      <dsp:txXfrm>
        <a:off x="511357" y="94639"/>
        <a:ext cx="6674808" cy="55939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18E96E-46E0-4E09-8748-BF8B8E6BD414}">
      <dsp:nvSpPr>
        <dsp:cNvPr id="0" name=""/>
        <dsp:cNvSpPr/>
      </dsp:nvSpPr>
      <dsp:spPr>
        <a:xfrm>
          <a:off x="0" y="586467"/>
          <a:ext cx="9621903" cy="2633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7" tIns="458216" rIns="746767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Symbol" panose="05050102010706020507" pitchFamily="18" charset="2"/>
            <a:buChar char=""/>
          </a:pPr>
          <a:r>
            <a:rPr lang="en-US" sz="2200" b="1" kern="1200"/>
            <a:t>Melakukan analisis dampak bisnis untuk mengidentifikasi proses kritis yang perlu dipulihkan terlebih dahulu.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Symbol" panose="05050102010706020507" pitchFamily="18" charset="2"/>
            <a:buChar char=""/>
          </a:pPr>
          <a:r>
            <a:rPr lang="en-US" sz="2200" b="1" kern="1200"/>
            <a:t>Mengembangkan rencana pemulihan yang mencakup langkah-langkah rinci untuk berbagai skenario bencana.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Symbol" panose="05050102010706020507" pitchFamily="18" charset="2"/>
            <a:buChar char=""/>
          </a:pPr>
          <a:r>
            <a:rPr lang="en-US" sz="2200" b="1" kern="1200"/>
            <a:t>Melakukan uji coba rencana pemulihan secara berkala dan memperbarui rencana berdasarkan hasil uji coba.</a:t>
          </a:r>
        </a:p>
      </dsp:txBody>
      <dsp:txXfrm>
        <a:off x="0" y="586467"/>
        <a:ext cx="9621903" cy="2633399"/>
      </dsp:txXfrm>
    </dsp:sp>
    <dsp:sp modelId="{7813AA71-0444-4C35-8934-B1F48F93B9E7}">
      <dsp:nvSpPr>
        <dsp:cNvPr id="0" name=""/>
        <dsp:cNvSpPr/>
      </dsp:nvSpPr>
      <dsp:spPr>
        <a:xfrm>
          <a:off x="481095" y="261747"/>
          <a:ext cx="6735332" cy="6494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580" tIns="0" rIns="254580" bIns="0" numCol="1" spcCol="1270" anchor="ctr" anchorCtr="0">
          <a:noAutofit/>
        </a:bodyPr>
        <a:lstStyle/>
        <a:p>
          <a:pPr marL="0" lvl="0" indent="0" algn="just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Kegiatan Utama:</a:t>
          </a:r>
          <a:endParaRPr lang="en-US" sz="2200" b="1" kern="1200" dirty="0"/>
        </a:p>
      </dsp:txBody>
      <dsp:txXfrm>
        <a:off x="512798" y="293450"/>
        <a:ext cx="6671926" cy="58603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18E96E-46E0-4E09-8748-BF8B8E6BD414}">
      <dsp:nvSpPr>
        <dsp:cNvPr id="0" name=""/>
        <dsp:cNvSpPr/>
      </dsp:nvSpPr>
      <dsp:spPr>
        <a:xfrm>
          <a:off x="0" y="429167"/>
          <a:ext cx="9621903" cy="2425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7" tIns="583184" rIns="746767" bIns="199136" numCol="1" spcCol="1270" anchor="t" anchorCtr="0">
          <a:noAutofit/>
        </a:bodyPr>
        <a:lstStyle/>
        <a:p>
          <a:pPr marL="285750" lvl="1" indent="-285750" algn="just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Symbol" panose="05050102010706020507" pitchFamily="18" charset="2"/>
            <a:buChar char=""/>
          </a:pPr>
          <a:r>
            <a:rPr lang="en-US" sz="2800" b="1" kern="1200"/>
            <a:t>Peningkatan kesiapan organisasi untuk menghadapi bencana.</a:t>
          </a:r>
        </a:p>
        <a:p>
          <a:pPr marL="285750" lvl="1" indent="-285750" algn="just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Symbol" panose="05050102010706020507" pitchFamily="18" charset="2"/>
            <a:buChar char=""/>
          </a:pPr>
          <a:r>
            <a:rPr lang="en-US" sz="2800" b="1" kern="1200"/>
            <a:t>Pengurangan waktu pemulihan dan dampak negatif dari gangguan besar.</a:t>
          </a:r>
        </a:p>
      </dsp:txBody>
      <dsp:txXfrm>
        <a:off x="0" y="429167"/>
        <a:ext cx="9621903" cy="2425500"/>
      </dsp:txXfrm>
    </dsp:sp>
    <dsp:sp modelId="{7813AA71-0444-4C35-8934-B1F48F93B9E7}">
      <dsp:nvSpPr>
        <dsp:cNvPr id="0" name=""/>
        <dsp:cNvSpPr/>
      </dsp:nvSpPr>
      <dsp:spPr>
        <a:xfrm>
          <a:off x="481095" y="15887"/>
          <a:ext cx="6735332" cy="8265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580" tIns="0" rIns="254580" bIns="0" numCol="1" spcCol="1270" anchor="ctr" anchorCtr="0">
          <a:noAutofit/>
        </a:bodyPr>
        <a:lstStyle/>
        <a:p>
          <a:pPr marL="0" lvl="0" indent="0" algn="just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/>
            <a:t>Hasil:</a:t>
          </a:r>
          <a:endParaRPr lang="en-US" sz="2800" b="1" kern="1200" dirty="0"/>
        </a:p>
      </dsp:txBody>
      <dsp:txXfrm>
        <a:off x="521444" y="56236"/>
        <a:ext cx="6654634" cy="745862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49E85D-302B-4DDE-AC02-A438B4CCC767}">
      <dsp:nvSpPr>
        <dsp:cNvPr id="0" name=""/>
        <dsp:cNvSpPr/>
      </dsp:nvSpPr>
      <dsp:spPr>
        <a:xfrm>
          <a:off x="0" y="366482"/>
          <a:ext cx="9621903" cy="24475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7" tIns="437388" rIns="746767" bIns="149352" numCol="1" spcCol="1270" anchor="t" anchorCtr="0">
          <a:noAutofit/>
        </a:bodyPr>
        <a:lstStyle/>
        <a:p>
          <a:pPr marL="228600" lvl="1" indent="-228600" algn="just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2100" kern="1200" dirty="0"/>
            <a:t>Sebuah perusahaan e-commerce besar menghadapi ancaman keamanan yang meningkat, termasuk serangan siber dan pelanggaran data. </a:t>
          </a:r>
          <a:endParaRPr lang="en-US" sz="2100" kern="1200" dirty="0"/>
        </a:p>
        <a:p>
          <a:pPr marL="228600" lvl="1" indent="-228600" algn="just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2100" kern="1200" dirty="0"/>
            <a:t>Mereka memutuskan untuk memperkuat layanan keamanan informasi mereka dengan mengadopsi proses-proses dalam domain DSS COBIT 2019.</a:t>
          </a:r>
          <a:endParaRPr lang="en-US" sz="2100" kern="1200" dirty="0"/>
        </a:p>
      </dsp:txBody>
      <dsp:txXfrm>
        <a:off x="0" y="366482"/>
        <a:ext cx="9621903" cy="2447550"/>
      </dsp:txXfrm>
    </dsp:sp>
    <dsp:sp modelId="{6EEF9656-B498-48DB-AE30-3E09A2AD004B}">
      <dsp:nvSpPr>
        <dsp:cNvPr id="0" name=""/>
        <dsp:cNvSpPr/>
      </dsp:nvSpPr>
      <dsp:spPr>
        <a:xfrm>
          <a:off x="481095" y="56522"/>
          <a:ext cx="6735332" cy="6199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580" tIns="0" rIns="254580" bIns="0" numCol="1" spcCol="1270" anchor="ctr" anchorCtr="0">
          <a:noAutofit/>
        </a:bodyPr>
        <a:lstStyle/>
        <a:p>
          <a:pPr marL="0" lvl="0" indent="0" algn="just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100" b="1" kern="1200" dirty="0"/>
            <a:t>Latar Belakang:</a:t>
          </a:r>
          <a:endParaRPr lang="en-US" sz="2100" kern="1200" dirty="0"/>
        </a:p>
      </dsp:txBody>
      <dsp:txXfrm>
        <a:off x="511357" y="86784"/>
        <a:ext cx="6674808" cy="559396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49E85D-302B-4DDE-AC02-A438B4CCC767}">
      <dsp:nvSpPr>
        <dsp:cNvPr id="0" name=""/>
        <dsp:cNvSpPr/>
      </dsp:nvSpPr>
      <dsp:spPr>
        <a:xfrm>
          <a:off x="0" y="333407"/>
          <a:ext cx="9621903" cy="25137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7" tIns="437388" rIns="746767" bIns="149352" numCol="1" spcCol="1270" anchor="t" anchorCtr="0">
          <a:noAutofit/>
        </a:bodyPr>
        <a:lstStyle/>
        <a:p>
          <a:pPr marL="228600" lvl="1" indent="-228600" algn="just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US" sz="2100" b="1" kern="1200"/>
            <a:t>DSS05 - Manage Security Services</a:t>
          </a:r>
          <a:endParaRPr lang="en-US" sz="2100" kern="1200"/>
        </a:p>
        <a:p>
          <a:pPr marL="457200" lvl="2" indent="-228600" algn="just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Courier New" panose="02070309020205020404" pitchFamily="49" charset="0"/>
            <a:buChar char="o"/>
          </a:pPr>
          <a:r>
            <a:rPr lang="en-US" sz="2100" b="1" kern="1200"/>
            <a:t>Aplikasi Praktis:</a:t>
          </a:r>
          <a:r>
            <a:rPr lang="en-US" sz="2100" kern="1200"/>
            <a:t> Menerapkan kontrol keamanan yang lebih kuat dan sistem pemantauan yang lebih baik untuk melindungi aset informasi perusahaan.</a:t>
          </a:r>
        </a:p>
        <a:p>
          <a:pPr marL="457200" lvl="2" indent="-228600" algn="just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Courier New" panose="02070309020205020404" pitchFamily="49" charset="0"/>
            <a:buChar char="o"/>
          </a:pPr>
          <a:r>
            <a:rPr lang="en-US" sz="2100" b="1" kern="1200"/>
            <a:t>Tantangan:</a:t>
          </a:r>
          <a:r>
            <a:rPr lang="en-US" sz="2100" kern="1200"/>
            <a:t> Memastikan bahwa semua karyawan memahami dan mematuhi kebijakan keamanan baru.</a:t>
          </a:r>
        </a:p>
      </dsp:txBody>
      <dsp:txXfrm>
        <a:off x="0" y="333407"/>
        <a:ext cx="9621903" cy="2513700"/>
      </dsp:txXfrm>
    </dsp:sp>
    <dsp:sp modelId="{6EEF9656-B498-48DB-AE30-3E09A2AD004B}">
      <dsp:nvSpPr>
        <dsp:cNvPr id="0" name=""/>
        <dsp:cNvSpPr/>
      </dsp:nvSpPr>
      <dsp:spPr>
        <a:xfrm>
          <a:off x="481095" y="23447"/>
          <a:ext cx="6735332" cy="6199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580" tIns="0" rIns="254580" bIns="0" numCol="1" spcCol="1270" anchor="ctr" anchorCtr="0">
          <a:noAutofit/>
        </a:bodyPr>
        <a:lstStyle/>
        <a:p>
          <a:pPr marL="0" lvl="0" indent="0" algn="just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Proses DSS yang Relevan:</a:t>
          </a:r>
          <a:endParaRPr lang="en-US" sz="2100" kern="1200" dirty="0"/>
        </a:p>
      </dsp:txBody>
      <dsp:txXfrm>
        <a:off x="511357" y="53709"/>
        <a:ext cx="6674808" cy="559396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49E85D-302B-4DDE-AC02-A438B4CCC767}">
      <dsp:nvSpPr>
        <dsp:cNvPr id="0" name=""/>
        <dsp:cNvSpPr/>
      </dsp:nvSpPr>
      <dsp:spPr>
        <a:xfrm>
          <a:off x="0" y="498782"/>
          <a:ext cx="9621903" cy="21829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7" tIns="437388" rIns="746767" bIns="149352" numCol="1" spcCol="1270" anchor="t" anchorCtr="0">
          <a:noAutofit/>
        </a:bodyPr>
        <a:lstStyle/>
        <a:p>
          <a:pPr marL="228600" lvl="1" indent="-228600" algn="just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Symbol" panose="05050102010706020507" pitchFamily="18" charset="2"/>
            <a:buChar char=""/>
          </a:pPr>
          <a:r>
            <a:rPr lang="it-IT" sz="2100" b="1" kern="1200"/>
            <a:t>Melakukan penilaian risiko keamanan secara menyeluruh.</a:t>
          </a:r>
          <a:endParaRPr lang="en-US" sz="2100" b="1" kern="1200"/>
        </a:p>
        <a:p>
          <a:pPr marL="228600" lvl="1" indent="-228600" algn="just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Symbol" panose="05050102010706020507" pitchFamily="18" charset="2"/>
            <a:buChar char=""/>
          </a:pPr>
          <a:r>
            <a:rPr lang="en-US" sz="2100" b="1" kern="1200"/>
            <a:t>Mengimplementasikan kontrol keamanan seperti firewall, sistem deteksi intrusi, dan enkripsi data.</a:t>
          </a:r>
        </a:p>
        <a:p>
          <a:pPr marL="228600" lvl="1" indent="-228600" algn="just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Symbol" panose="05050102010706020507" pitchFamily="18" charset="2"/>
            <a:buChar char=""/>
          </a:pPr>
          <a:r>
            <a:rPr lang="en-US" sz="2100" b="1" kern="1200"/>
            <a:t>Melakukan pelatihan kesadaran keamanan bagi semua karyawan.</a:t>
          </a:r>
        </a:p>
      </dsp:txBody>
      <dsp:txXfrm>
        <a:off x="0" y="498782"/>
        <a:ext cx="9621903" cy="2182950"/>
      </dsp:txXfrm>
    </dsp:sp>
    <dsp:sp modelId="{6EEF9656-B498-48DB-AE30-3E09A2AD004B}">
      <dsp:nvSpPr>
        <dsp:cNvPr id="0" name=""/>
        <dsp:cNvSpPr/>
      </dsp:nvSpPr>
      <dsp:spPr>
        <a:xfrm>
          <a:off x="481095" y="188822"/>
          <a:ext cx="6735332" cy="6199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580" tIns="0" rIns="254580" bIns="0" numCol="1" spcCol="1270" anchor="ctr" anchorCtr="0">
          <a:noAutofit/>
        </a:bodyPr>
        <a:lstStyle/>
        <a:p>
          <a:pPr marL="0" lvl="0" indent="0" algn="just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Kegiatan Utama:</a:t>
          </a:r>
          <a:endParaRPr lang="en-US" sz="2100" b="1" kern="1200" dirty="0"/>
        </a:p>
      </dsp:txBody>
      <dsp:txXfrm>
        <a:off x="511357" y="219084"/>
        <a:ext cx="6674808" cy="559396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49E85D-302B-4DDE-AC02-A438B4CCC767}">
      <dsp:nvSpPr>
        <dsp:cNvPr id="0" name=""/>
        <dsp:cNvSpPr/>
      </dsp:nvSpPr>
      <dsp:spPr>
        <a:xfrm>
          <a:off x="0" y="429167"/>
          <a:ext cx="9621903" cy="2425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7" tIns="583184" rIns="746767" bIns="199136" numCol="1" spcCol="1270" anchor="t" anchorCtr="0">
          <a:noAutofit/>
        </a:bodyPr>
        <a:lstStyle/>
        <a:p>
          <a:pPr marL="285750" lvl="1" indent="-285750" algn="just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Symbol" panose="05050102010706020507" pitchFamily="18" charset="2"/>
            <a:buChar char=""/>
          </a:pPr>
          <a:r>
            <a:rPr lang="en-US" sz="2800" b="1" kern="1200"/>
            <a:t>Penurunan jumlah insiden keamanan dan pelanggaran data.</a:t>
          </a:r>
        </a:p>
        <a:p>
          <a:pPr marL="285750" lvl="1" indent="-285750" algn="just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Symbol" panose="05050102010706020507" pitchFamily="18" charset="2"/>
            <a:buChar char=""/>
          </a:pPr>
          <a:r>
            <a:rPr lang="en-US" sz="2800" b="1" kern="1200"/>
            <a:t>Peningkatan kesadaran dan kepatuhan karyawan terhadap kebijakan keamanan.</a:t>
          </a:r>
        </a:p>
      </dsp:txBody>
      <dsp:txXfrm>
        <a:off x="0" y="429167"/>
        <a:ext cx="9621903" cy="2425500"/>
      </dsp:txXfrm>
    </dsp:sp>
    <dsp:sp modelId="{6EEF9656-B498-48DB-AE30-3E09A2AD004B}">
      <dsp:nvSpPr>
        <dsp:cNvPr id="0" name=""/>
        <dsp:cNvSpPr/>
      </dsp:nvSpPr>
      <dsp:spPr>
        <a:xfrm>
          <a:off x="481095" y="15887"/>
          <a:ext cx="6735332" cy="8265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580" tIns="0" rIns="254580" bIns="0" numCol="1" spcCol="1270" anchor="ctr" anchorCtr="0">
          <a:noAutofit/>
        </a:bodyPr>
        <a:lstStyle/>
        <a:p>
          <a:pPr marL="0" lvl="0" indent="0" algn="just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/>
            <a:t>Hasil:</a:t>
          </a:r>
          <a:endParaRPr lang="en-US" sz="2800" b="1" kern="1200" dirty="0"/>
        </a:p>
      </dsp:txBody>
      <dsp:txXfrm>
        <a:off x="521444" y="56236"/>
        <a:ext cx="6654634" cy="745862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7ED16F-D060-4BF5-907E-38DA4A9F7F2D}">
      <dsp:nvSpPr>
        <dsp:cNvPr id="0" name=""/>
        <dsp:cNvSpPr/>
      </dsp:nvSpPr>
      <dsp:spPr>
        <a:xfrm>
          <a:off x="0" y="283484"/>
          <a:ext cx="9621903" cy="680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7" tIns="333248" rIns="746767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None/>
          </a:pPr>
          <a:r>
            <a:rPr lang="en-US" sz="1600" b="1" kern="1200" dirty="0" err="1"/>
            <a:t>Menetapkan</a:t>
          </a:r>
          <a:r>
            <a:rPr lang="en-US" sz="1600" b="1" kern="1200" dirty="0"/>
            <a:t> </a:t>
          </a:r>
          <a:r>
            <a:rPr lang="en-US" sz="1600" b="1" kern="1200" dirty="0" err="1"/>
            <a:t>kebijakan</a:t>
          </a:r>
          <a:r>
            <a:rPr lang="en-US" sz="1600" b="1" kern="1200" dirty="0"/>
            <a:t> dan </a:t>
          </a:r>
          <a:r>
            <a:rPr lang="en-US" sz="1600" b="1" kern="1200" dirty="0" err="1"/>
            <a:t>prosedur</a:t>
          </a:r>
          <a:r>
            <a:rPr lang="en-US" sz="1600" b="1" kern="1200" dirty="0"/>
            <a:t> yang </a:t>
          </a:r>
          <a:r>
            <a:rPr lang="en-US" sz="1600" b="1" kern="1200" dirty="0" err="1"/>
            <a:t>mendukung</a:t>
          </a:r>
          <a:r>
            <a:rPr lang="en-US" sz="1600" b="1" kern="1200" dirty="0"/>
            <a:t> </a:t>
          </a:r>
          <a:r>
            <a:rPr lang="en-US" sz="1600" b="1" kern="1200" dirty="0" err="1"/>
            <a:t>setiap</a:t>
          </a:r>
          <a:r>
            <a:rPr lang="en-US" sz="1600" b="1" kern="1200" dirty="0"/>
            <a:t> proses DSS.</a:t>
          </a:r>
        </a:p>
      </dsp:txBody>
      <dsp:txXfrm>
        <a:off x="0" y="283484"/>
        <a:ext cx="9621903" cy="680400"/>
      </dsp:txXfrm>
    </dsp:sp>
    <dsp:sp modelId="{47307F9D-2380-4C1D-81CA-B932E571A55E}">
      <dsp:nvSpPr>
        <dsp:cNvPr id="0" name=""/>
        <dsp:cNvSpPr/>
      </dsp:nvSpPr>
      <dsp:spPr>
        <a:xfrm>
          <a:off x="481095" y="47324"/>
          <a:ext cx="6735332" cy="4723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580" tIns="0" rIns="25458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1600" b="1" kern="1200" dirty="0" err="1"/>
            <a:t>Mengembangkan</a:t>
          </a:r>
          <a:r>
            <a:rPr lang="en-US" sz="1600" b="1" kern="1200" dirty="0"/>
            <a:t> Kebijakan dan </a:t>
          </a:r>
          <a:r>
            <a:rPr lang="en-US" sz="1600" b="1" kern="1200" dirty="0" err="1"/>
            <a:t>Prosedur</a:t>
          </a:r>
          <a:r>
            <a:rPr lang="en-US" sz="1600" b="1" kern="1200" dirty="0"/>
            <a:t> yang </a:t>
          </a:r>
          <a:r>
            <a:rPr lang="en-US" sz="1600" b="1" kern="1200" dirty="0" err="1"/>
            <a:t>Kuat</a:t>
          </a:r>
          <a:r>
            <a:rPr lang="en-US" sz="1600" b="1" kern="1200" dirty="0"/>
            <a:t>:</a:t>
          </a:r>
        </a:p>
      </dsp:txBody>
      <dsp:txXfrm>
        <a:off x="504152" y="70381"/>
        <a:ext cx="6689218" cy="426206"/>
      </dsp:txXfrm>
    </dsp:sp>
    <dsp:sp modelId="{8BFBEF7A-4C3F-431F-A05F-FD6D542FBE11}">
      <dsp:nvSpPr>
        <dsp:cNvPr id="0" name=""/>
        <dsp:cNvSpPr/>
      </dsp:nvSpPr>
      <dsp:spPr>
        <a:xfrm>
          <a:off x="0" y="1286444"/>
          <a:ext cx="9621903" cy="907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7" tIns="333248" rIns="746767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None/>
          </a:pPr>
          <a:r>
            <a:rPr lang="en-US" sz="1600" b="1" kern="1200" dirty="0" err="1"/>
            <a:t>Melatih</a:t>
          </a:r>
          <a:r>
            <a:rPr lang="en-US" sz="1600" b="1" kern="1200" dirty="0"/>
            <a:t> </a:t>
          </a:r>
          <a:r>
            <a:rPr lang="en-US" sz="1600" b="1" kern="1200" dirty="0" err="1"/>
            <a:t>staf</a:t>
          </a:r>
          <a:r>
            <a:rPr lang="en-US" sz="1600" b="1" kern="1200" dirty="0"/>
            <a:t> dan </a:t>
          </a:r>
          <a:r>
            <a:rPr lang="en-US" sz="1600" b="1" kern="1200" dirty="0" err="1"/>
            <a:t>menyediakan</a:t>
          </a:r>
          <a:r>
            <a:rPr lang="en-US" sz="1600" b="1" kern="1200" dirty="0"/>
            <a:t> </a:t>
          </a:r>
          <a:r>
            <a:rPr lang="en-US" sz="1600" b="1" kern="1200" dirty="0" err="1"/>
            <a:t>sumber</a:t>
          </a:r>
          <a:r>
            <a:rPr lang="en-US" sz="1600" b="1" kern="1200" dirty="0"/>
            <a:t> </a:t>
          </a:r>
          <a:r>
            <a:rPr lang="en-US" sz="1600" b="1" kern="1200" dirty="0" err="1"/>
            <a:t>daya</a:t>
          </a:r>
          <a:r>
            <a:rPr lang="en-US" sz="1600" b="1" kern="1200" dirty="0"/>
            <a:t> yang </a:t>
          </a:r>
          <a:r>
            <a:rPr lang="en-US" sz="1600" b="1" kern="1200" dirty="0" err="1"/>
            <a:t>diperlukan</a:t>
          </a:r>
          <a:r>
            <a:rPr lang="en-US" sz="1600" b="1" kern="1200" dirty="0"/>
            <a:t> </a:t>
          </a:r>
          <a:r>
            <a:rPr lang="en-US" sz="1600" b="1" kern="1200" dirty="0" err="1"/>
            <a:t>untuk</a:t>
          </a:r>
          <a:r>
            <a:rPr lang="en-US" sz="1600" b="1" kern="1200" dirty="0"/>
            <a:t> </a:t>
          </a:r>
          <a:r>
            <a:rPr lang="en-US" sz="1600" b="1" kern="1200" dirty="0" err="1"/>
            <a:t>melaksanakan</a:t>
          </a:r>
          <a:r>
            <a:rPr lang="en-US" sz="1600" b="1" kern="1200" dirty="0"/>
            <a:t> proses DSS </a:t>
          </a:r>
          <a:r>
            <a:rPr lang="en-US" sz="1600" b="1" kern="1200" dirty="0" err="1"/>
            <a:t>dengan</a:t>
          </a:r>
          <a:r>
            <a:rPr lang="en-US" sz="1600" b="1" kern="1200" dirty="0"/>
            <a:t> </a:t>
          </a:r>
          <a:r>
            <a:rPr lang="en-US" sz="1600" b="1" kern="1200" dirty="0" err="1"/>
            <a:t>efektif</a:t>
          </a:r>
          <a:r>
            <a:rPr lang="en-US" sz="1600" b="1" kern="1200" dirty="0"/>
            <a:t>.</a:t>
          </a:r>
        </a:p>
      </dsp:txBody>
      <dsp:txXfrm>
        <a:off x="0" y="1286444"/>
        <a:ext cx="9621903" cy="907200"/>
      </dsp:txXfrm>
    </dsp:sp>
    <dsp:sp modelId="{DE49CCC6-4AF4-4FFC-B36E-4B5ABDF28BAD}">
      <dsp:nvSpPr>
        <dsp:cNvPr id="0" name=""/>
        <dsp:cNvSpPr/>
      </dsp:nvSpPr>
      <dsp:spPr>
        <a:xfrm>
          <a:off x="481095" y="1050284"/>
          <a:ext cx="6735332" cy="47232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580" tIns="0" rIns="25458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1600" b="1" kern="1200" dirty="0" err="1"/>
            <a:t>Menyediakan</a:t>
          </a:r>
          <a:r>
            <a:rPr lang="en-US" sz="1600" b="1" kern="1200" dirty="0"/>
            <a:t> </a:t>
          </a:r>
          <a:r>
            <a:rPr lang="en-US" sz="1600" b="1" kern="1200" dirty="0" err="1"/>
            <a:t>Pelatihan</a:t>
          </a:r>
          <a:r>
            <a:rPr lang="en-US" sz="1600" b="1" kern="1200" dirty="0"/>
            <a:t> dan </a:t>
          </a:r>
          <a:r>
            <a:rPr lang="en-US" sz="1600" b="1" kern="1200" dirty="0" err="1"/>
            <a:t>Sumber</a:t>
          </a:r>
          <a:r>
            <a:rPr lang="en-US" sz="1600" b="1" kern="1200" dirty="0"/>
            <a:t> Daya:</a:t>
          </a:r>
        </a:p>
      </dsp:txBody>
      <dsp:txXfrm>
        <a:off x="504152" y="1073341"/>
        <a:ext cx="6689218" cy="426206"/>
      </dsp:txXfrm>
    </dsp:sp>
    <dsp:sp modelId="{E726B346-9CF9-4291-8175-2C66A01BF3A5}">
      <dsp:nvSpPr>
        <dsp:cNvPr id="0" name=""/>
        <dsp:cNvSpPr/>
      </dsp:nvSpPr>
      <dsp:spPr>
        <a:xfrm>
          <a:off x="0" y="2516204"/>
          <a:ext cx="9621903" cy="907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7" tIns="333248" rIns="746767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None/>
          </a:pPr>
          <a:r>
            <a:rPr lang="en-US" sz="1600" b="1" kern="1200" dirty="0" err="1"/>
            <a:t>Memanfaatkan</a:t>
          </a:r>
          <a:r>
            <a:rPr lang="en-US" sz="1600" b="1" kern="1200" dirty="0"/>
            <a:t> </a:t>
          </a:r>
          <a:r>
            <a:rPr lang="en-US" sz="1600" b="1" kern="1200" dirty="0" err="1"/>
            <a:t>alat</a:t>
          </a:r>
          <a:r>
            <a:rPr lang="en-US" sz="1600" b="1" kern="1200" dirty="0"/>
            <a:t> dan </a:t>
          </a:r>
          <a:r>
            <a:rPr lang="en-US" sz="1600" b="1" kern="1200" dirty="0" err="1"/>
            <a:t>teknologi</a:t>
          </a:r>
          <a:r>
            <a:rPr lang="en-US" sz="1600" b="1" kern="1200" dirty="0"/>
            <a:t> yang </a:t>
          </a:r>
          <a:r>
            <a:rPr lang="en-US" sz="1600" b="1" kern="1200" dirty="0" err="1"/>
            <a:t>mendukung</a:t>
          </a:r>
          <a:r>
            <a:rPr lang="en-US" sz="1600" b="1" kern="1200" dirty="0"/>
            <a:t> </a:t>
          </a:r>
          <a:r>
            <a:rPr lang="en-US" sz="1600" b="1" kern="1200" dirty="0" err="1"/>
            <a:t>pengelolaan</a:t>
          </a:r>
          <a:r>
            <a:rPr lang="en-US" sz="1600" b="1" kern="1200" dirty="0"/>
            <a:t> </a:t>
          </a:r>
          <a:r>
            <a:rPr lang="en-US" sz="1600" b="1" kern="1200" dirty="0" err="1"/>
            <a:t>layanan</a:t>
          </a:r>
          <a:r>
            <a:rPr lang="en-US" sz="1600" b="1" kern="1200" dirty="0"/>
            <a:t> dan </a:t>
          </a:r>
          <a:r>
            <a:rPr lang="en-US" sz="1600" b="1" kern="1200" dirty="0" err="1"/>
            <a:t>dukungan</a:t>
          </a:r>
          <a:r>
            <a:rPr lang="en-US" sz="1600" b="1" kern="1200" dirty="0"/>
            <a:t> </a:t>
          </a:r>
          <a:r>
            <a:rPr lang="en-US" sz="1600" b="1" kern="1200" dirty="0" err="1"/>
            <a:t>operasional</a:t>
          </a:r>
          <a:r>
            <a:rPr lang="en-US" sz="1600" b="1" kern="1200" dirty="0"/>
            <a:t>.</a:t>
          </a:r>
        </a:p>
      </dsp:txBody>
      <dsp:txXfrm>
        <a:off x="0" y="2516204"/>
        <a:ext cx="9621903" cy="907200"/>
      </dsp:txXfrm>
    </dsp:sp>
    <dsp:sp modelId="{B4F65DF7-6E32-414C-9D38-BCAEAC0E0169}">
      <dsp:nvSpPr>
        <dsp:cNvPr id="0" name=""/>
        <dsp:cNvSpPr/>
      </dsp:nvSpPr>
      <dsp:spPr>
        <a:xfrm>
          <a:off x="481095" y="2280044"/>
          <a:ext cx="6735332" cy="47232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580" tIns="0" rIns="25458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1600" b="1" kern="1200" dirty="0" err="1"/>
            <a:t>Menggunakan</a:t>
          </a:r>
          <a:r>
            <a:rPr lang="en-US" sz="1600" b="1" kern="1200" dirty="0"/>
            <a:t> </a:t>
          </a:r>
          <a:r>
            <a:rPr lang="en-US" sz="1600" b="1" kern="1200" dirty="0" err="1"/>
            <a:t>Teknologi</a:t>
          </a:r>
          <a:r>
            <a:rPr lang="en-US" sz="1600" b="1" kern="1200" dirty="0"/>
            <a:t> dan Alat yang </a:t>
          </a:r>
          <a:r>
            <a:rPr lang="en-US" sz="1600" b="1" kern="1200" dirty="0" err="1"/>
            <a:t>Tepat</a:t>
          </a:r>
          <a:r>
            <a:rPr lang="en-US" sz="1600" b="1" kern="1200" dirty="0"/>
            <a:t>:</a:t>
          </a:r>
        </a:p>
      </dsp:txBody>
      <dsp:txXfrm>
        <a:off x="504152" y="2303101"/>
        <a:ext cx="6689218" cy="426206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5445B1-688F-4498-96B3-CADC07539E5E}">
      <dsp:nvSpPr>
        <dsp:cNvPr id="0" name=""/>
        <dsp:cNvSpPr/>
      </dsp:nvSpPr>
      <dsp:spPr>
        <a:xfrm>
          <a:off x="0" y="666164"/>
          <a:ext cx="9621903" cy="1020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7" tIns="374904" rIns="746767" bIns="128016" numCol="1" spcCol="1270" anchor="t" anchorCtr="0">
          <a:noAutofit/>
        </a:bodyPr>
        <a:lstStyle/>
        <a:p>
          <a:pPr marL="171450" lvl="1" indent="-171450" algn="just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None/>
          </a:pPr>
          <a:r>
            <a:rPr lang="en-US" sz="1800" b="1" kern="1200" dirty="0" err="1"/>
            <a:t>Menggunakan</a:t>
          </a:r>
          <a:r>
            <a:rPr lang="en-US" sz="1800" b="1" kern="1200" dirty="0"/>
            <a:t> </a:t>
          </a:r>
          <a:r>
            <a:rPr lang="en-US" sz="1800" b="1" kern="1200" dirty="0" err="1"/>
            <a:t>metrik</a:t>
          </a:r>
          <a:r>
            <a:rPr lang="en-US" sz="1800" b="1" kern="1200" dirty="0"/>
            <a:t> </a:t>
          </a:r>
          <a:r>
            <a:rPr lang="en-US" sz="1800" b="1" kern="1200" dirty="0" err="1"/>
            <a:t>kinerja</a:t>
          </a:r>
          <a:r>
            <a:rPr lang="en-US" sz="1800" b="1" kern="1200" dirty="0"/>
            <a:t> </a:t>
          </a:r>
          <a:r>
            <a:rPr lang="en-US" sz="1800" b="1" kern="1200" dirty="0" err="1"/>
            <a:t>untuk</a:t>
          </a:r>
          <a:r>
            <a:rPr lang="en-US" sz="1800" b="1" kern="1200" dirty="0"/>
            <a:t> </a:t>
          </a:r>
          <a:r>
            <a:rPr lang="en-US" sz="1800" b="1" kern="1200" dirty="0" err="1"/>
            <a:t>mengevaluasi</a:t>
          </a:r>
          <a:r>
            <a:rPr lang="en-US" sz="1800" b="1" kern="1200" dirty="0"/>
            <a:t> </a:t>
          </a:r>
          <a:r>
            <a:rPr lang="en-US" sz="1800" b="1" kern="1200" dirty="0" err="1"/>
            <a:t>keberhasilan</a:t>
          </a:r>
          <a:r>
            <a:rPr lang="en-US" sz="1800" b="1" kern="1200" dirty="0"/>
            <a:t> proses DSS dan </a:t>
          </a:r>
          <a:r>
            <a:rPr lang="en-US" sz="1800" b="1" kern="1200" dirty="0" err="1"/>
            <a:t>melakukan</a:t>
          </a:r>
          <a:r>
            <a:rPr lang="en-US" sz="1800" b="1" kern="1200" dirty="0"/>
            <a:t> </a:t>
          </a:r>
          <a:r>
            <a:rPr lang="en-US" sz="1800" b="1" kern="1200" dirty="0" err="1"/>
            <a:t>perbaikan</a:t>
          </a:r>
          <a:r>
            <a:rPr lang="en-US" sz="1800" b="1" kern="1200" dirty="0"/>
            <a:t> </a:t>
          </a:r>
          <a:r>
            <a:rPr lang="en-US" sz="1800" b="1" kern="1200" dirty="0" err="1"/>
            <a:t>berkelanjutan</a:t>
          </a:r>
          <a:r>
            <a:rPr lang="en-US" sz="1800" b="1" kern="1200" dirty="0"/>
            <a:t>.</a:t>
          </a:r>
        </a:p>
      </dsp:txBody>
      <dsp:txXfrm>
        <a:off x="0" y="666164"/>
        <a:ext cx="9621903" cy="1020600"/>
      </dsp:txXfrm>
    </dsp:sp>
    <dsp:sp modelId="{1AAB13B1-7818-4830-9DDF-E22D8BCDCBC1}">
      <dsp:nvSpPr>
        <dsp:cNvPr id="0" name=""/>
        <dsp:cNvSpPr/>
      </dsp:nvSpPr>
      <dsp:spPr>
        <a:xfrm>
          <a:off x="481095" y="400484"/>
          <a:ext cx="6735332" cy="5313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580" tIns="0" rIns="254580" bIns="0" numCol="1" spcCol="1270" anchor="ctr" anchorCtr="0">
          <a:noAutofit/>
        </a:bodyPr>
        <a:lstStyle/>
        <a:p>
          <a:pPr marL="0" lvl="0" indent="0" algn="just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1800" b="1" kern="1200" dirty="0" err="1"/>
            <a:t>Memantau</a:t>
          </a:r>
          <a:r>
            <a:rPr lang="en-US" sz="1800" b="1" kern="1200" dirty="0"/>
            <a:t> dan </a:t>
          </a:r>
          <a:r>
            <a:rPr lang="en-US" sz="1800" b="1" kern="1200" dirty="0" err="1"/>
            <a:t>Mengevaluasi</a:t>
          </a:r>
          <a:r>
            <a:rPr lang="en-US" sz="1800" b="1" kern="1200" dirty="0"/>
            <a:t> Kinerja:</a:t>
          </a:r>
        </a:p>
      </dsp:txBody>
      <dsp:txXfrm>
        <a:off x="507034" y="426423"/>
        <a:ext cx="6683454" cy="479482"/>
      </dsp:txXfrm>
    </dsp:sp>
    <dsp:sp modelId="{B70C2C17-ECC6-41EA-B10C-245F993E6B2E}">
      <dsp:nvSpPr>
        <dsp:cNvPr id="0" name=""/>
        <dsp:cNvSpPr/>
      </dsp:nvSpPr>
      <dsp:spPr>
        <a:xfrm>
          <a:off x="0" y="2049644"/>
          <a:ext cx="9621903" cy="1020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7" tIns="374904" rIns="746767" bIns="128016" numCol="1" spcCol="1270" anchor="t" anchorCtr="0">
          <a:noAutofit/>
        </a:bodyPr>
        <a:lstStyle/>
        <a:p>
          <a:pPr marL="171450" lvl="1" indent="-171450" algn="just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None/>
          </a:pPr>
          <a:r>
            <a:rPr lang="en-US" sz="1800" b="1" kern="1200" dirty="0" err="1"/>
            <a:t>Meninjau</a:t>
          </a:r>
          <a:r>
            <a:rPr lang="en-US" sz="1800" b="1" kern="1200" dirty="0"/>
            <a:t> proses </a:t>
          </a:r>
          <a:r>
            <a:rPr lang="en-US" sz="1800" b="1" kern="1200" dirty="0" err="1"/>
            <a:t>secara</a:t>
          </a:r>
          <a:r>
            <a:rPr lang="en-US" sz="1800" b="1" kern="1200" dirty="0"/>
            <a:t> </a:t>
          </a:r>
          <a:r>
            <a:rPr lang="en-US" sz="1800" b="1" kern="1200" dirty="0" err="1"/>
            <a:t>berkala</a:t>
          </a:r>
          <a:r>
            <a:rPr lang="en-US" sz="1800" b="1" kern="1200" dirty="0"/>
            <a:t> dan </a:t>
          </a:r>
          <a:r>
            <a:rPr lang="en-US" sz="1800" b="1" kern="1200" dirty="0" err="1"/>
            <a:t>melakukan</a:t>
          </a:r>
          <a:r>
            <a:rPr lang="en-US" sz="1800" b="1" kern="1200" dirty="0"/>
            <a:t> </a:t>
          </a:r>
          <a:r>
            <a:rPr lang="en-US" sz="1800" b="1" kern="1200" dirty="0" err="1"/>
            <a:t>perbaikan</a:t>
          </a:r>
          <a:r>
            <a:rPr lang="en-US" sz="1800" b="1" kern="1200" dirty="0"/>
            <a:t> </a:t>
          </a:r>
          <a:r>
            <a:rPr lang="en-US" sz="1800" b="1" kern="1200" dirty="0" err="1"/>
            <a:t>berdasarkan</a:t>
          </a:r>
          <a:r>
            <a:rPr lang="en-US" sz="1800" b="1" kern="1200" dirty="0"/>
            <a:t> </a:t>
          </a:r>
          <a:r>
            <a:rPr lang="en-US" sz="1800" b="1" kern="1200" dirty="0" err="1"/>
            <a:t>umpan</a:t>
          </a:r>
          <a:r>
            <a:rPr lang="en-US" sz="1800" b="1" kern="1200" dirty="0"/>
            <a:t> </a:t>
          </a:r>
          <a:r>
            <a:rPr lang="en-US" sz="1800" b="1" kern="1200" dirty="0" err="1"/>
            <a:t>balik</a:t>
          </a:r>
          <a:r>
            <a:rPr lang="en-US" sz="1800" b="1" kern="1200" dirty="0"/>
            <a:t> dan </a:t>
          </a:r>
          <a:r>
            <a:rPr lang="en-US" sz="1800" b="1" kern="1200" dirty="0" err="1"/>
            <a:t>hasil</a:t>
          </a:r>
          <a:r>
            <a:rPr lang="en-US" sz="1800" b="1" kern="1200" dirty="0"/>
            <a:t> </a:t>
          </a:r>
          <a:r>
            <a:rPr lang="en-US" sz="1800" b="1" kern="1200" dirty="0" err="1"/>
            <a:t>evaluasi</a:t>
          </a:r>
          <a:r>
            <a:rPr lang="en-US" sz="1800" b="1" kern="1200" dirty="0"/>
            <a:t>.</a:t>
          </a:r>
        </a:p>
      </dsp:txBody>
      <dsp:txXfrm>
        <a:off x="0" y="2049644"/>
        <a:ext cx="9621903" cy="1020600"/>
      </dsp:txXfrm>
    </dsp:sp>
    <dsp:sp modelId="{9CB593C8-F7E8-420C-8788-DC542967F11F}">
      <dsp:nvSpPr>
        <dsp:cNvPr id="0" name=""/>
        <dsp:cNvSpPr/>
      </dsp:nvSpPr>
      <dsp:spPr>
        <a:xfrm>
          <a:off x="481095" y="1783964"/>
          <a:ext cx="6735332" cy="53136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580" tIns="0" rIns="254580" bIns="0" numCol="1" spcCol="1270" anchor="ctr" anchorCtr="0">
          <a:noAutofit/>
        </a:bodyPr>
        <a:lstStyle/>
        <a:p>
          <a:pPr marL="0" lvl="0" indent="0" algn="just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1800" b="1" kern="1200" dirty="0" err="1"/>
            <a:t>Melakukan</a:t>
          </a:r>
          <a:r>
            <a:rPr lang="en-US" sz="1800" b="1" kern="1200" dirty="0"/>
            <a:t> </a:t>
          </a:r>
          <a:r>
            <a:rPr lang="en-US" sz="1800" b="1" kern="1200" dirty="0" err="1"/>
            <a:t>Peninjauan</a:t>
          </a:r>
          <a:r>
            <a:rPr lang="en-US" sz="1800" b="1" kern="1200" dirty="0"/>
            <a:t> dan </a:t>
          </a:r>
          <a:r>
            <a:rPr lang="en-US" sz="1800" b="1" kern="1200" dirty="0" err="1"/>
            <a:t>Peningkatan</a:t>
          </a:r>
          <a:r>
            <a:rPr lang="en-US" sz="1800" b="1" kern="1200" dirty="0"/>
            <a:t> </a:t>
          </a:r>
          <a:r>
            <a:rPr lang="en-US" sz="1800" b="1" kern="1200" dirty="0" err="1"/>
            <a:t>Berkelanjutan</a:t>
          </a:r>
          <a:r>
            <a:rPr lang="en-US" sz="1800" b="1" kern="1200" dirty="0"/>
            <a:t>:</a:t>
          </a:r>
        </a:p>
      </dsp:txBody>
      <dsp:txXfrm>
        <a:off x="507034" y="1809903"/>
        <a:ext cx="6683454" cy="479482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5445B1-688F-4498-96B3-CADC07539E5E}">
      <dsp:nvSpPr>
        <dsp:cNvPr id="0" name=""/>
        <dsp:cNvSpPr/>
      </dsp:nvSpPr>
      <dsp:spPr>
        <a:xfrm>
          <a:off x="0" y="666164"/>
          <a:ext cx="9621903" cy="1020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7" tIns="374904" rIns="746767" bIns="128016" numCol="1" spcCol="1270" anchor="t" anchorCtr="0">
          <a:noAutofit/>
        </a:bodyPr>
        <a:lstStyle/>
        <a:p>
          <a:pPr marL="171450" lvl="1" indent="-171450" algn="just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None/>
          </a:pPr>
          <a:r>
            <a:rPr lang="en-US" sz="1800" b="1" kern="1200" dirty="0" err="1"/>
            <a:t>Menggunakan</a:t>
          </a:r>
          <a:r>
            <a:rPr lang="en-US" sz="1800" b="1" kern="1200" dirty="0"/>
            <a:t> </a:t>
          </a:r>
          <a:r>
            <a:rPr lang="en-US" sz="1800" b="1" kern="1200" dirty="0" err="1"/>
            <a:t>metrik</a:t>
          </a:r>
          <a:r>
            <a:rPr lang="en-US" sz="1800" b="1" kern="1200" dirty="0"/>
            <a:t> </a:t>
          </a:r>
          <a:r>
            <a:rPr lang="en-US" sz="1800" b="1" kern="1200" dirty="0" err="1"/>
            <a:t>kinerja</a:t>
          </a:r>
          <a:r>
            <a:rPr lang="en-US" sz="1800" b="1" kern="1200" dirty="0"/>
            <a:t> </a:t>
          </a:r>
          <a:r>
            <a:rPr lang="en-US" sz="1800" b="1" kern="1200" dirty="0" err="1"/>
            <a:t>untuk</a:t>
          </a:r>
          <a:r>
            <a:rPr lang="en-US" sz="1800" b="1" kern="1200" dirty="0"/>
            <a:t> </a:t>
          </a:r>
          <a:r>
            <a:rPr lang="en-US" sz="1800" b="1" kern="1200" dirty="0" err="1"/>
            <a:t>mengevaluasi</a:t>
          </a:r>
          <a:r>
            <a:rPr lang="en-US" sz="1800" b="1" kern="1200" dirty="0"/>
            <a:t> </a:t>
          </a:r>
          <a:r>
            <a:rPr lang="en-US" sz="1800" b="1" kern="1200" dirty="0" err="1"/>
            <a:t>keberhasilan</a:t>
          </a:r>
          <a:r>
            <a:rPr lang="en-US" sz="1800" b="1" kern="1200" dirty="0"/>
            <a:t> proses DSS dan </a:t>
          </a:r>
          <a:r>
            <a:rPr lang="en-US" sz="1800" b="1" kern="1200" dirty="0" err="1"/>
            <a:t>melakukan</a:t>
          </a:r>
          <a:r>
            <a:rPr lang="en-US" sz="1800" b="1" kern="1200" dirty="0"/>
            <a:t> </a:t>
          </a:r>
          <a:r>
            <a:rPr lang="en-US" sz="1800" b="1" kern="1200" dirty="0" err="1"/>
            <a:t>perbaikan</a:t>
          </a:r>
          <a:r>
            <a:rPr lang="en-US" sz="1800" b="1" kern="1200" dirty="0"/>
            <a:t> </a:t>
          </a:r>
          <a:r>
            <a:rPr lang="en-US" sz="1800" b="1" kern="1200" dirty="0" err="1"/>
            <a:t>berkelanjutan</a:t>
          </a:r>
          <a:r>
            <a:rPr lang="en-US" sz="1800" b="1" kern="1200" dirty="0"/>
            <a:t>.</a:t>
          </a:r>
        </a:p>
      </dsp:txBody>
      <dsp:txXfrm>
        <a:off x="0" y="666164"/>
        <a:ext cx="9621903" cy="1020600"/>
      </dsp:txXfrm>
    </dsp:sp>
    <dsp:sp modelId="{1AAB13B1-7818-4830-9DDF-E22D8BCDCBC1}">
      <dsp:nvSpPr>
        <dsp:cNvPr id="0" name=""/>
        <dsp:cNvSpPr/>
      </dsp:nvSpPr>
      <dsp:spPr>
        <a:xfrm>
          <a:off x="481095" y="400484"/>
          <a:ext cx="6735332" cy="5313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580" tIns="0" rIns="254580" bIns="0" numCol="1" spcCol="1270" anchor="ctr" anchorCtr="0">
          <a:noAutofit/>
        </a:bodyPr>
        <a:lstStyle/>
        <a:p>
          <a:pPr marL="0" lvl="0" indent="0" algn="just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1800" b="1" kern="1200" dirty="0" err="1"/>
            <a:t>Memantau</a:t>
          </a:r>
          <a:r>
            <a:rPr lang="en-US" sz="1800" b="1" kern="1200" dirty="0"/>
            <a:t> dan </a:t>
          </a:r>
          <a:r>
            <a:rPr lang="en-US" sz="1800" b="1" kern="1200" dirty="0" err="1"/>
            <a:t>Mengevaluasi</a:t>
          </a:r>
          <a:r>
            <a:rPr lang="en-US" sz="1800" b="1" kern="1200" dirty="0"/>
            <a:t> Kinerja:</a:t>
          </a:r>
        </a:p>
      </dsp:txBody>
      <dsp:txXfrm>
        <a:off x="507034" y="426423"/>
        <a:ext cx="6683454" cy="479482"/>
      </dsp:txXfrm>
    </dsp:sp>
    <dsp:sp modelId="{B70C2C17-ECC6-41EA-B10C-245F993E6B2E}">
      <dsp:nvSpPr>
        <dsp:cNvPr id="0" name=""/>
        <dsp:cNvSpPr/>
      </dsp:nvSpPr>
      <dsp:spPr>
        <a:xfrm>
          <a:off x="0" y="2049644"/>
          <a:ext cx="9621903" cy="1020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7" tIns="374904" rIns="746767" bIns="128016" numCol="1" spcCol="1270" anchor="t" anchorCtr="0">
          <a:noAutofit/>
        </a:bodyPr>
        <a:lstStyle/>
        <a:p>
          <a:pPr marL="171450" lvl="1" indent="-171450" algn="just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None/>
          </a:pPr>
          <a:r>
            <a:rPr lang="en-US" sz="1800" b="1" kern="1200" dirty="0" err="1"/>
            <a:t>Meninjau</a:t>
          </a:r>
          <a:r>
            <a:rPr lang="en-US" sz="1800" b="1" kern="1200" dirty="0"/>
            <a:t> proses </a:t>
          </a:r>
          <a:r>
            <a:rPr lang="en-US" sz="1800" b="1" kern="1200" dirty="0" err="1"/>
            <a:t>secara</a:t>
          </a:r>
          <a:r>
            <a:rPr lang="en-US" sz="1800" b="1" kern="1200" dirty="0"/>
            <a:t> </a:t>
          </a:r>
          <a:r>
            <a:rPr lang="en-US" sz="1800" b="1" kern="1200" dirty="0" err="1"/>
            <a:t>berkala</a:t>
          </a:r>
          <a:r>
            <a:rPr lang="en-US" sz="1800" b="1" kern="1200" dirty="0"/>
            <a:t> dan </a:t>
          </a:r>
          <a:r>
            <a:rPr lang="en-US" sz="1800" b="1" kern="1200" dirty="0" err="1"/>
            <a:t>melakukan</a:t>
          </a:r>
          <a:r>
            <a:rPr lang="en-US" sz="1800" b="1" kern="1200" dirty="0"/>
            <a:t> </a:t>
          </a:r>
          <a:r>
            <a:rPr lang="en-US" sz="1800" b="1" kern="1200" dirty="0" err="1"/>
            <a:t>perbaikan</a:t>
          </a:r>
          <a:r>
            <a:rPr lang="en-US" sz="1800" b="1" kern="1200" dirty="0"/>
            <a:t> </a:t>
          </a:r>
          <a:r>
            <a:rPr lang="en-US" sz="1800" b="1" kern="1200" dirty="0" err="1"/>
            <a:t>berdasarkan</a:t>
          </a:r>
          <a:r>
            <a:rPr lang="en-US" sz="1800" b="1" kern="1200" dirty="0"/>
            <a:t> </a:t>
          </a:r>
          <a:r>
            <a:rPr lang="en-US" sz="1800" b="1" kern="1200" dirty="0" err="1"/>
            <a:t>umpan</a:t>
          </a:r>
          <a:r>
            <a:rPr lang="en-US" sz="1800" b="1" kern="1200" dirty="0"/>
            <a:t> </a:t>
          </a:r>
          <a:r>
            <a:rPr lang="en-US" sz="1800" b="1" kern="1200" dirty="0" err="1"/>
            <a:t>balik</a:t>
          </a:r>
          <a:r>
            <a:rPr lang="en-US" sz="1800" b="1" kern="1200" dirty="0"/>
            <a:t> dan </a:t>
          </a:r>
          <a:r>
            <a:rPr lang="en-US" sz="1800" b="1" kern="1200" dirty="0" err="1"/>
            <a:t>hasil</a:t>
          </a:r>
          <a:r>
            <a:rPr lang="en-US" sz="1800" b="1" kern="1200" dirty="0"/>
            <a:t> </a:t>
          </a:r>
          <a:r>
            <a:rPr lang="en-US" sz="1800" b="1" kern="1200" dirty="0" err="1"/>
            <a:t>evaluasi</a:t>
          </a:r>
          <a:r>
            <a:rPr lang="en-US" sz="1800" b="1" kern="1200" dirty="0"/>
            <a:t>.</a:t>
          </a:r>
        </a:p>
      </dsp:txBody>
      <dsp:txXfrm>
        <a:off x="0" y="2049644"/>
        <a:ext cx="9621903" cy="1020600"/>
      </dsp:txXfrm>
    </dsp:sp>
    <dsp:sp modelId="{9CB593C8-F7E8-420C-8788-DC542967F11F}">
      <dsp:nvSpPr>
        <dsp:cNvPr id="0" name=""/>
        <dsp:cNvSpPr/>
      </dsp:nvSpPr>
      <dsp:spPr>
        <a:xfrm>
          <a:off x="481095" y="1783964"/>
          <a:ext cx="6735332" cy="53136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580" tIns="0" rIns="254580" bIns="0" numCol="1" spcCol="1270" anchor="ctr" anchorCtr="0">
          <a:noAutofit/>
        </a:bodyPr>
        <a:lstStyle/>
        <a:p>
          <a:pPr marL="0" lvl="0" indent="0" algn="just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1800" b="1" kern="1200" dirty="0" err="1"/>
            <a:t>Melakukan</a:t>
          </a:r>
          <a:r>
            <a:rPr lang="en-US" sz="1800" b="1" kern="1200" dirty="0"/>
            <a:t> </a:t>
          </a:r>
          <a:r>
            <a:rPr lang="en-US" sz="1800" b="1" kern="1200" dirty="0" err="1"/>
            <a:t>Peninjauan</a:t>
          </a:r>
          <a:r>
            <a:rPr lang="en-US" sz="1800" b="1" kern="1200" dirty="0"/>
            <a:t> dan </a:t>
          </a:r>
          <a:r>
            <a:rPr lang="en-US" sz="1800" b="1" kern="1200" dirty="0" err="1"/>
            <a:t>Peningkatan</a:t>
          </a:r>
          <a:r>
            <a:rPr lang="en-US" sz="1800" b="1" kern="1200" dirty="0"/>
            <a:t> </a:t>
          </a:r>
          <a:r>
            <a:rPr lang="en-US" sz="1800" b="1" kern="1200" dirty="0" err="1"/>
            <a:t>Berkelanjutan</a:t>
          </a:r>
          <a:r>
            <a:rPr lang="en-US" sz="1800" b="1" kern="1200" dirty="0"/>
            <a:t>:</a:t>
          </a:r>
        </a:p>
      </dsp:txBody>
      <dsp:txXfrm>
        <a:off x="507034" y="1809903"/>
        <a:ext cx="6683454" cy="479482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FE889D-CCA5-415B-A2A5-F92530724259}">
      <dsp:nvSpPr>
        <dsp:cNvPr id="0" name=""/>
        <dsp:cNvSpPr/>
      </dsp:nvSpPr>
      <dsp:spPr>
        <a:xfrm>
          <a:off x="0" y="35770"/>
          <a:ext cx="9621903" cy="16450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just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 err="1"/>
            <a:t>Manajemen</a:t>
          </a:r>
          <a:r>
            <a:rPr lang="en-US" sz="1900" b="1" kern="1200" dirty="0"/>
            <a:t> </a:t>
          </a:r>
          <a:r>
            <a:rPr lang="en-US" sz="1900" b="1" kern="1200" dirty="0" err="1"/>
            <a:t>insiden</a:t>
          </a:r>
          <a:r>
            <a:rPr lang="en-US" sz="1900" b="1" kern="1200" dirty="0"/>
            <a:t> dan </a:t>
          </a:r>
          <a:r>
            <a:rPr lang="en-US" sz="1900" b="1" kern="1200" dirty="0" err="1"/>
            <a:t>layanan</a:t>
          </a:r>
          <a:r>
            <a:rPr lang="en-US" sz="1900" b="1" kern="1200" dirty="0"/>
            <a:t> </a:t>
          </a:r>
          <a:r>
            <a:rPr lang="en-US" sz="1900" b="1" kern="1200" dirty="0" err="1"/>
            <a:t>dalam</a:t>
          </a:r>
          <a:r>
            <a:rPr lang="en-US" sz="1900" b="1" kern="1200" dirty="0"/>
            <a:t> domain DSS (Deliver, Service, and Support) COBIT 2019 </a:t>
          </a:r>
          <a:r>
            <a:rPr lang="en-US" sz="1900" b="1" kern="1200" dirty="0" err="1"/>
            <a:t>mencakup</a:t>
          </a:r>
          <a:r>
            <a:rPr lang="en-US" sz="1900" b="1" kern="1200" dirty="0"/>
            <a:t> proses-proses </a:t>
          </a:r>
          <a:r>
            <a:rPr lang="en-US" sz="1900" b="1" kern="1200" dirty="0" err="1"/>
            <a:t>penting</a:t>
          </a:r>
          <a:r>
            <a:rPr lang="en-US" sz="1900" b="1" kern="1200" dirty="0"/>
            <a:t> yang </a:t>
          </a:r>
          <a:r>
            <a:rPr lang="en-US" sz="1900" b="1" kern="1200" dirty="0" err="1"/>
            <a:t>bertujuan</a:t>
          </a:r>
          <a:r>
            <a:rPr lang="en-US" sz="1900" b="1" kern="1200" dirty="0"/>
            <a:t> </a:t>
          </a:r>
          <a:r>
            <a:rPr lang="en-US" sz="1900" b="1" kern="1200" dirty="0" err="1"/>
            <a:t>untuk</a:t>
          </a:r>
          <a:r>
            <a:rPr lang="en-US" sz="1900" b="1" kern="1200" dirty="0"/>
            <a:t> </a:t>
          </a:r>
          <a:r>
            <a:rPr lang="en-US" sz="1900" b="1" kern="1200" dirty="0" err="1"/>
            <a:t>memastikan</a:t>
          </a:r>
          <a:r>
            <a:rPr lang="en-US" sz="1900" b="1" kern="1200" dirty="0"/>
            <a:t> </a:t>
          </a:r>
          <a:r>
            <a:rPr lang="en-US" sz="1900" b="1" kern="1200" dirty="0" err="1"/>
            <a:t>bahwa</a:t>
          </a:r>
          <a:r>
            <a:rPr lang="en-US" sz="1900" b="1" kern="1200" dirty="0"/>
            <a:t> </a:t>
          </a:r>
          <a:r>
            <a:rPr lang="en-US" sz="1900" b="1" kern="1200" dirty="0" err="1"/>
            <a:t>insiden</a:t>
          </a:r>
          <a:r>
            <a:rPr lang="en-US" sz="1900" b="1" kern="1200" dirty="0"/>
            <a:t> yang </a:t>
          </a:r>
          <a:r>
            <a:rPr lang="en-US" sz="1900" b="1" kern="1200" dirty="0" err="1"/>
            <a:t>terjadi</a:t>
          </a:r>
          <a:r>
            <a:rPr lang="en-US" sz="1900" b="1" kern="1200" dirty="0"/>
            <a:t> </a:t>
          </a:r>
          <a:r>
            <a:rPr lang="en-US" sz="1900" b="1" kern="1200" dirty="0" err="1"/>
            <a:t>dalam</a:t>
          </a:r>
          <a:r>
            <a:rPr lang="en-US" sz="1900" b="1" kern="1200" dirty="0"/>
            <a:t> </a:t>
          </a:r>
          <a:r>
            <a:rPr lang="en-US" sz="1900" b="1" kern="1200" dirty="0" err="1"/>
            <a:t>operasi</a:t>
          </a:r>
          <a:r>
            <a:rPr lang="en-US" sz="1900" b="1" kern="1200" dirty="0"/>
            <a:t> TI </a:t>
          </a:r>
          <a:r>
            <a:rPr lang="en-US" sz="1900" b="1" kern="1200" dirty="0" err="1"/>
            <a:t>dikelola</a:t>
          </a:r>
          <a:r>
            <a:rPr lang="en-US" sz="1900" b="1" kern="1200" dirty="0"/>
            <a:t> </a:t>
          </a:r>
          <a:r>
            <a:rPr lang="en-US" sz="1900" b="1" kern="1200" dirty="0" err="1"/>
            <a:t>dengan</a:t>
          </a:r>
          <a:r>
            <a:rPr lang="en-US" sz="1900" b="1" kern="1200" dirty="0"/>
            <a:t> </a:t>
          </a:r>
          <a:r>
            <a:rPr lang="en-US" sz="1900" b="1" kern="1200" dirty="0" err="1"/>
            <a:t>efektif</a:t>
          </a:r>
          <a:r>
            <a:rPr lang="en-US" sz="1900" b="1" kern="1200" dirty="0"/>
            <a:t> dan </a:t>
          </a:r>
          <a:r>
            <a:rPr lang="en-US" sz="1900" b="1" kern="1200" dirty="0" err="1"/>
            <a:t>layanan</a:t>
          </a:r>
          <a:r>
            <a:rPr lang="en-US" sz="1900" b="1" kern="1200" dirty="0"/>
            <a:t> TI yang </a:t>
          </a:r>
          <a:r>
            <a:rPr lang="en-US" sz="1900" b="1" kern="1200" dirty="0" err="1"/>
            <a:t>diberikan</a:t>
          </a:r>
          <a:r>
            <a:rPr lang="en-US" sz="1900" b="1" kern="1200" dirty="0"/>
            <a:t> </a:t>
          </a:r>
          <a:r>
            <a:rPr lang="en-US" sz="1900" b="1" kern="1200" dirty="0" err="1"/>
            <a:t>kepada</a:t>
          </a:r>
          <a:r>
            <a:rPr lang="en-US" sz="1900" b="1" kern="1200" dirty="0"/>
            <a:t> </a:t>
          </a:r>
          <a:r>
            <a:rPr lang="en-US" sz="1900" b="1" kern="1200" dirty="0" err="1"/>
            <a:t>pengguna</a:t>
          </a:r>
          <a:r>
            <a:rPr lang="en-US" sz="1900" b="1" kern="1200" dirty="0"/>
            <a:t> </a:t>
          </a:r>
          <a:r>
            <a:rPr lang="en-US" sz="1900" b="1" kern="1200" dirty="0" err="1"/>
            <a:t>memenuhi</a:t>
          </a:r>
          <a:r>
            <a:rPr lang="en-US" sz="1900" b="1" kern="1200" dirty="0"/>
            <a:t> </a:t>
          </a:r>
          <a:r>
            <a:rPr lang="en-US" sz="1900" b="1" kern="1200" dirty="0" err="1"/>
            <a:t>kebutuhan</a:t>
          </a:r>
          <a:r>
            <a:rPr lang="en-US" sz="1900" b="1" kern="1200" dirty="0"/>
            <a:t> dan </a:t>
          </a:r>
          <a:r>
            <a:rPr lang="en-US" sz="1900" b="1" kern="1200" dirty="0" err="1"/>
            <a:t>harapan</a:t>
          </a:r>
          <a:r>
            <a:rPr lang="en-US" sz="1900" b="1" kern="1200" dirty="0"/>
            <a:t> </a:t>
          </a:r>
          <a:r>
            <a:rPr lang="en-US" sz="1900" b="1" kern="1200" dirty="0" err="1"/>
            <a:t>mereka</a:t>
          </a:r>
          <a:r>
            <a:rPr lang="en-US" sz="1900" b="1" kern="1200" dirty="0"/>
            <a:t>. </a:t>
          </a:r>
        </a:p>
      </dsp:txBody>
      <dsp:txXfrm>
        <a:off x="80303" y="116073"/>
        <a:ext cx="9461297" cy="1484414"/>
      </dsp:txXfrm>
    </dsp:sp>
    <dsp:sp modelId="{74EA1D0F-118D-4B7D-B61D-C4FC82B6B98C}">
      <dsp:nvSpPr>
        <dsp:cNvPr id="0" name=""/>
        <dsp:cNvSpPr/>
      </dsp:nvSpPr>
      <dsp:spPr>
        <a:xfrm>
          <a:off x="0" y="1735510"/>
          <a:ext cx="9621903" cy="16450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just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Proses </a:t>
          </a:r>
          <a:r>
            <a:rPr lang="en-US" sz="1900" b="1" kern="1200" dirty="0" err="1"/>
            <a:t>ini</a:t>
          </a:r>
          <a:r>
            <a:rPr lang="en-US" sz="1900" b="1" kern="1200" dirty="0"/>
            <a:t> </a:t>
          </a:r>
          <a:r>
            <a:rPr lang="en-US" sz="1900" b="1" kern="1200" dirty="0" err="1"/>
            <a:t>berfokus</a:t>
          </a:r>
          <a:r>
            <a:rPr lang="en-US" sz="1900" b="1" kern="1200" dirty="0"/>
            <a:t> pada </a:t>
          </a:r>
          <a:r>
            <a:rPr lang="en-US" sz="1900" b="1" kern="1200" dirty="0" err="1"/>
            <a:t>pemecahan</a:t>
          </a:r>
          <a:r>
            <a:rPr lang="en-US" sz="1900" b="1" kern="1200" dirty="0"/>
            <a:t> </a:t>
          </a:r>
          <a:r>
            <a:rPr lang="en-US" sz="1900" b="1" kern="1200" dirty="0" err="1"/>
            <a:t>masalah</a:t>
          </a:r>
          <a:r>
            <a:rPr lang="en-US" sz="1900" b="1" kern="1200" dirty="0"/>
            <a:t> yang </a:t>
          </a:r>
          <a:r>
            <a:rPr lang="en-US" sz="1900" b="1" kern="1200" dirty="0" err="1"/>
            <a:t>cepat</a:t>
          </a:r>
          <a:r>
            <a:rPr lang="en-US" sz="1900" b="1" kern="1200" dirty="0"/>
            <a:t> dan </a:t>
          </a:r>
          <a:r>
            <a:rPr lang="en-US" sz="1900" b="1" kern="1200" dirty="0" err="1"/>
            <a:t>pemenuhan</a:t>
          </a:r>
          <a:r>
            <a:rPr lang="en-US" sz="1900" b="1" kern="1200" dirty="0"/>
            <a:t> </a:t>
          </a:r>
          <a:r>
            <a:rPr lang="en-US" sz="1900" b="1" kern="1200" dirty="0" err="1"/>
            <a:t>permintaan</a:t>
          </a:r>
          <a:r>
            <a:rPr lang="en-US" sz="1900" b="1" kern="1200" dirty="0"/>
            <a:t> </a:t>
          </a:r>
          <a:r>
            <a:rPr lang="en-US" sz="1900" b="1" kern="1200" dirty="0" err="1"/>
            <a:t>layanan</a:t>
          </a:r>
          <a:r>
            <a:rPr lang="en-US" sz="1900" b="1" kern="1200" dirty="0"/>
            <a:t> </a:t>
          </a:r>
          <a:r>
            <a:rPr lang="en-US" sz="1900" b="1" kern="1200" dirty="0" err="1"/>
            <a:t>untuk</a:t>
          </a:r>
          <a:r>
            <a:rPr lang="en-US" sz="1900" b="1" kern="1200" dirty="0"/>
            <a:t> </a:t>
          </a:r>
          <a:r>
            <a:rPr lang="en-US" sz="1900" b="1" kern="1200" dirty="0" err="1"/>
            <a:t>meminimalkan</a:t>
          </a:r>
          <a:r>
            <a:rPr lang="en-US" sz="1900" b="1" kern="1200" dirty="0"/>
            <a:t> </a:t>
          </a:r>
          <a:r>
            <a:rPr lang="en-US" sz="1900" b="1" kern="1200" dirty="0" err="1"/>
            <a:t>dampak</a:t>
          </a:r>
          <a:r>
            <a:rPr lang="en-US" sz="1900" b="1" kern="1200" dirty="0"/>
            <a:t> </a:t>
          </a:r>
          <a:r>
            <a:rPr lang="en-US" sz="1900" b="1" kern="1200" dirty="0" err="1"/>
            <a:t>negatif</a:t>
          </a:r>
          <a:r>
            <a:rPr lang="en-US" sz="1900" b="1" kern="1200" dirty="0"/>
            <a:t> pada </a:t>
          </a:r>
          <a:r>
            <a:rPr lang="en-US" sz="1900" b="1" kern="1200" dirty="0" err="1"/>
            <a:t>operasional</a:t>
          </a:r>
          <a:r>
            <a:rPr lang="en-US" sz="1900" b="1" kern="1200" dirty="0"/>
            <a:t> </a:t>
          </a:r>
          <a:r>
            <a:rPr lang="en-US" sz="1900" b="1" kern="1200" dirty="0" err="1"/>
            <a:t>bisnis</a:t>
          </a:r>
          <a:r>
            <a:rPr lang="en-US" sz="1900" b="1" kern="1200" dirty="0"/>
            <a:t>.</a:t>
          </a:r>
        </a:p>
      </dsp:txBody>
      <dsp:txXfrm>
        <a:off x="80303" y="1815813"/>
        <a:ext cx="9461297" cy="1484414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6EA102-87A8-40D7-807E-46B0A1FE2859}">
      <dsp:nvSpPr>
        <dsp:cNvPr id="0" name=""/>
        <dsp:cNvSpPr/>
      </dsp:nvSpPr>
      <dsp:spPr>
        <a:xfrm>
          <a:off x="0" y="392665"/>
          <a:ext cx="9621903" cy="297044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7" tIns="479044" rIns="746767" bIns="163576" numCol="1" spcCol="1270" anchor="t" anchorCtr="0">
          <a:noAutofit/>
        </a:bodyPr>
        <a:lstStyle/>
        <a:p>
          <a:pPr marL="228600" lvl="1" indent="-228600" algn="just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b="1" kern="1200" dirty="0"/>
            <a:t>Proses </a:t>
          </a:r>
          <a:r>
            <a:rPr lang="en-US" sz="2300" b="1" kern="1200" dirty="0" err="1"/>
            <a:t>ini</a:t>
          </a:r>
          <a:r>
            <a:rPr lang="en-US" sz="2300" b="1" kern="1200" dirty="0"/>
            <a:t> </a:t>
          </a:r>
          <a:r>
            <a:rPr lang="en-US" sz="2300" b="1" kern="1200" dirty="0" err="1"/>
            <a:t>mencakup</a:t>
          </a:r>
          <a:r>
            <a:rPr lang="en-US" sz="2300" b="1" kern="1200" dirty="0"/>
            <a:t> </a:t>
          </a:r>
          <a:r>
            <a:rPr lang="en-US" sz="2300" b="1" kern="1200" dirty="0" err="1"/>
            <a:t>pengelolaan</a:t>
          </a:r>
          <a:r>
            <a:rPr lang="en-US" sz="2300" b="1" kern="1200" dirty="0"/>
            <a:t> </a:t>
          </a:r>
          <a:r>
            <a:rPr lang="en-US" sz="2300" b="1" kern="1200" dirty="0" err="1"/>
            <a:t>permintaan</a:t>
          </a:r>
          <a:r>
            <a:rPr lang="en-US" sz="2300" b="1" kern="1200" dirty="0"/>
            <a:t> </a:t>
          </a:r>
          <a:r>
            <a:rPr lang="en-US" sz="2300" b="1" kern="1200" dirty="0" err="1"/>
            <a:t>layanan</a:t>
          </a:r>
          <a:r>
            <a:rPr lang="en-US" sz="2300" b="1" kern="1200" dirty="0"/>
            <a:t> dan </a:t>
          </a:r>
          <a:r>
            <a:rPr lang="en-US" sz="2300" b="1" kern="1200" dirty="0" err="1"/>
            <a:t>insiden</a:t>
          </a:r>
          <a:r>
            <a:rPr lang="en-US" sz="2300" b="1" kern="1200" dirty="0"/>
            <a:t> </a:t>
          </a:r>
          <a:r>
            <a:rPr lang="en-US" sz="2300" b="1" kern="1200" dirty="0" err="1"/>
            <a:t>untuk</a:t>
          </a:r>
          <a:r>
            <a:rPr lang="en-US" sz="2300" b="1" kern="1200" dirty="0"/>
            <a:t> </a:t>
          </a:r>
          <a:r>
            <a:rPr lang="en-US" sz="2300" b="1" kern="1200" dirty="0" err="1"/>
            <a:t>memastikan</a:t>
          </a:r>
          <a:r>
            <a:rPr lang="en-US" sz="2300" b="1" kern="1200" dirty="0"/>
            <a:t> </a:t>
          </a:r>
          <a:r>
            <a:rPr lang="en-US" sz="2300" b="1" kern="1200" dirty="0" err="1"/>
            <a:t>bahwa</a:t>
          </a:r>
          <a:r>
            <a:rPr lang="en-US" sz="2300" b="1" kern="1200" dirty="0"/>
            <a:t> </a:t>
          </a:r>
          <a:r>
            <a:rPr lang="en-US" sz="2300" b="1" kern="1200" dirty="0" err="1"/>
            <a:t>mereka</a:t>
          </a:r>
          <a:r>
            <a:rPr lang="en-US" sz="2300" b="1" kern="1200" dirty="0"/>
            <a:t> </a:t>
          </a:r>
          <a:r>
            <a:rPr lang="en-US" sz="2300" b="1" kern="1200" dirty="0" err="1"/>
            <a:t>diselesaikan</a:t>
          </a:r>
          <a:r>
            <a:rPr lang="en-US" sz="2300" b="1" kern="1200" dirty="0"/>
            <a:t> </a:t>
          </a:r>
          <a:r>
            <a:rPr lang="en-US" sz="2300" b="1" kern="1200" dirty="0" err="1"/>
            <a:t>tepat</a:t>
          </a:r>
          <a:r>
            <a:rPr lang="en-US" sz="2300" b="1" kern="1200" dirty="0"/>
            <a:t> </a:t>
          </a:r>
          <a:r>
            <a:rPr lang="en-US" sz="2300" b="1" kern="1200" dirty="0" err="1"/>
            <a:t>waktu</a:t>
          </a:r>
          <a:r>
            <a:rPr lang="en-US" sz="2300" b="1" kern="1200" dirty="0"/>
            <a:t> dan </a:t>
          </a:r>
          <a:r>
            <a:rPr lang="en-US" sz="2300" b="1" kern="1200" dirty="0" err="1"/>
            <a:t>memuaskan</a:t>
          </a:r>
          <a:r>
            <a:rPr lang="en-US" sz="2300" b="1" kern="1200" dirty="0"/>
            <a:t>. </a:t>
          </a:r>
        </a:p>
        <a:p>
          <a:pPr marL="228600" lvl="1" indent="-228600" algn="just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b="1" kern="1200" dirty="0" err="1"/>
            <a:t>Tujuan</a:t>
          </a:r>
          <a:r>
            <a:rPr lang="en-US" sz="2300" b="1" kern="1200" dirty="0"/>
            <a:t> </a:t>
          </a:r>
          <a:r>
            <a:rPr lang="en-US" sz="2300" b="1" kern="1200" dirty="0" err="1"/>
            <a:t>utamanya</a:t>
          </a:r>
          <a:r>
            <a:rPr lang="en-US" sz="2300" b="1" kern="1200" dirty="0"/>
            <a:t> </a:t>
          </a:r>
          <a:r>
            <a:rPr lang="en-US" sz="2300" b="1" kern="1200" dirty="0" err="1"/>
            <a:t>adalah</a:t>
          </a:r>
          <a:r>
            <a:rPr lang="en-US" sz="2300" b="1" kern="1200" dirty="0"/>
            <a:t> </a:t>
          </a:r>
          <a:r>
            <a:rPr lang="en-US" sz="2300" b="1" kern="1200" dirty="0" err="1"/>
            <a:t>untuk</a:t>
          </a:r>
          <a:r>
            <a:rPr lang="en-US" sz="2300" b="1" kern="1200" dirty="0"/>
            <a:t> </a:t>
          </a:r>
          <a:r>
            <a:rPr lang="en-US" sz="2300" b="1" kern="1200" dirty="0" err="1"/>
            <a:t>meminimalkan</a:t>
          </a:r>
          <a:r>
            <a:rPr lang="en-US" sz="2300" b="1" kern="1200" dirty="0"/>
            <a:t> </a:t>
          </a:r>
          <a:r>
            <a:rPr lang="en-US" sz="2300" b="1" kern="1200" dirty="0" err="1"/>
            <a:t>dampak</a:t>
          </a:r>
          <a:r>
            <a:rPr lang="en-US" sz="2300" b="1" kern="1200" dirty="0"/>
            <a:t> </a:t>
          </a:r>
          <a:r>
            <a:rPr lang="en-US" sz="2300" b="1" kern="1200" dirty="0" err="1"/>
            <a:t>insiden</a:t>
          </a:r>
          <a:r>
            <a:rPr lang="en-US" sz="2300" b="1" kern="1200" dirty="0"/>
            <a:t> pada </a:t>
          </a:r>
          <a:r>
            <a:rPr lang="en-US" sz="2300" b="1" kern="1200" dirty="0" err="1"/>
            <a:t>operasi</a:t>
          </a:r>
          <a:r>
            <a:rPr lang="en-US" sz="2300" b="1" kern="1200" dirty="0"/>
            <a:t> </a:t>
          </a:r>
          <a:r>
            <a:rPr lang="en-US" sz="2300" b="1" kern="1200" dirty="0" err="1"/>
            <a:t>bisnis</a:t>
          </a:r>
          <a:r>
            <a:rPr lang="en-US" sz="2300" b="1" kern="1200" dirty="0"/>
            <a:t> dan </a:t>
          </a:r>
          <a:r>
            <a:rPr lang="en-US" sz="2300" b="1" kern="1200" dirty="0" err="1"/>
            <a:t>meningkatkan</a:t>
          </a:r>
          <a:r>
            <a:rPr lang="en-US" sz="2300" b="1" kern="1200" dirty="0"/>
            <a:t> </a:t>
          </a:r>
          <a:r>
            <a:rPr lang="en-US" sz="2300" b="1" kern="1200" dirty="0" err="1"/>
            <a:t>kepuasan</a:t>
          </a:r>
          <a:r>
            <a:rPr lang="en-US" sz="2300" b="1" kern="1200" dirty="0"/>
            <a:t> </a:t>
          </a:r>
          <a:r>
            <a:rPr lang="en-US" sz="2300" b="1" kern="1200" dirty="0" err="1"/>
            <a:t>pengguna</a:t>
          </a:r>
          <a:r>
            <a:rPr lang="en-US" sz="2300" b="1" kern="1200" dirty="0"/>
            <a:t> </a:t>
          </a:r>
          <a:r>
            <a:rPr lang="en-US" sz="2300" b="1" kern="1200" dirty="0" err="1"/>
            <a:t>melalui</a:t>
          </a:r>
          <a:r>
            <a:rPr lang="en-US" sz="2300" b="1" kern="1200" dirty="0"/>
            <a:t> </a:t>
          </a:r>
          <a:r>
            <a:rPr lang="en-US" sz="2300" b="1" kern="1200" dirty="0" err="1"/>
            <a:t>respons</a:t>
          </a:r>
          <a:r>
            <a:rPr lang="en-US" sz="2300" b="1" kern="1200" dirty="0"/>
            <a:t> yang </a:t>
          </a:r>
          <a:r>
            <a:rPr lang="en-US" sz="2300" b="1" kern="1200" dirty="0" err="1"/>
            <a:t>cepat</a:t>
          </a:r>
          <a:r>
            <a:rPr lang="en-US" sz="2300" b="1" kern="1200" dirty="0"/>
            <a:t> dan </a:t>
          </a:r>
          <a:r>
            <a:rPr lang="en-US" sz="2300" b="1" kern="1200" dirty="0" err="1"/>
            <a:t>efektif</a:t>
          </a:r>
          <a:r>
            <a:rPr lang="en-US" sz="2300" b="1" kern="1200" dirty="0"/>
            <a:t>.</a:t>
          </a:r>
        </a:p>
      </dsp:txBody>
      <dsp:txXfrm>
        <a:off x="0" y="392665"/>
        <a:ext cx="9621903" cy="2970449"/>
      </dsp:txXfrm>
    </dsp:sp>
    <dsp:sp modelId="{8F6183F7-EE73-4A5D-911D-100553E652EF}">
      <dsp:nvSpPr>
        <dsp:cNvPr id="0" name=""/>
        <dsp:cNvSpPr/>
      </dsp:nvSpPr>
      <dsp:spPr>
        <a:xfrm>
          <a:off x="481095" y="53185"/>
          <a:ext cx="6735332" cy="678960"/>
        </a:xfrm>
        <a:prstGeom prst="roundRect">
          <a:avLst/>
        </a:prstGeom>
        <a:solidFill>
          <a:srgbClr val="FFFF00"/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580" tIns="0" rIns="254580" bIns="0" numCol="1" spcCol="1270" anchor="ctr" anchorCtr="0">
          <a:noAutofit/>
        </a:bodyPr>
        <a:lstStyle/>
        <a:p>
          <a:pPr marL="0" lvl="0" indent="0" algn="just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i="1" kern="1200" dirty="0" err="1">
              <a:solidFill>
                <a:srgbClr val="FF0000"/>
              </a:solidFill>
            </a:rPr>
            <a:t>Penjelasan</a:t>
          </a:r>
          <a:r>
            <a:rPr lang="en-US" sz="2300" b="1" i="1" kern="1200" dirty="0">
              <a:solidFill>
                <a:srgbClr val="FF0000"/>
              </a:solidFill>
            </a:rPr>
            <a:t>:</a:t>
          </a:r>
        </a:p>
      </dsp:txBody>
      <dsp:txXfrm>
        <a:off x="514239" y="86329"/>
        <a:ext cx="6669044" cy="612672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BFDE04-A59C-4DC8-9965-7AC7E780B99D}">
      <dsp:nvSpPr>
        <dsp:cNvPr id="0" name=""/>
        <dsp:cNvSpPr/>
      </dsp:nvSpPr>
      <dsp:spPr>
        <a:xfrm>
          <a:off x="0" y="606280"/>
          <a:ext cx="9621903" cy="25137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7" tIns="437388" rIns="746767" bIns="149352" numCol="1" spcCol="1270" anchor="t" anchorCtr="0">
          <a:noAutofit/>
        </a:bodyPr>
        <a:lstStyle/>
        <a:p>
          <a:pPr marL="228600" lvl="1" indent="-228600" algn="just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it-IT" sz="2100" b="1" kern="1200" dirty="0">
              <a:solidFill>
                <a:srgbClr val="FF0000"/>
              </a:solidFill>
            </a:rPr>
            <a:t>Menerima dan Mengelola Permintaan Layanan dan Insiden:</a:t>
          </a:r>
          <a:endParaRPr lang="en-US" sz="2100" b="1" kern="1200" dirty="0">
            <a:solidFill>
              <a:srgbClr val="FF0000"/>
            </a:solidFill>
          </a:endParaRPr>
        </a:p>
        <a:p>
          <a:pPr marL="457200" lvl="2" indent="-228600" algn="just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Courier New" panose="02070309020205020404" pitchFamily="49" charset="0"/>
            <a:buChar char="o"/>
          </a:pPr>
          <a:r>
            <a:rPr lang="it-IT" sz="2100" b="1" kern="1200" dirty="0"/>
            <a:t>Mengembangkan saluran komunikasi yang jelas bagi pengguna untuk melaporkan insiden dan permintaan layanan.</a:t>
          </a:r>
          <a:endParaRPr lang="en-US" sz="2100" b="1" kern="1200" dirty="0"/>
        </a:p>
        <a:p>
          <a:pPr marL="457200" lvl="2" indent="-228600" algn="just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Courier New" panose="02070309020205020404" pitchFamily="49" charset="0"/>
            <a:buChar char="o"/>
          </a:pPr>
          <a:r>
            <a:rPr lang="en-US" sz="2100" b="1" kern="1200"/>
            <a:t>Menetapkan mekanisme pencatatan dan pelacakan untuk setiap insiden dan permintaan layanan yang masuk.</a:t>
          </a:r>
        </a:p>
      </dsp:txBody>
      <dsp:txXfrm>
        <a:off x="0" y="606280"/>
        <a:ext cx="9621903" cy="2513700"/>
      </dsp:txXfrm>
    </dsp:sp>
    <dsp:sp modelId="{A5BE01FE-C98C-425B-9CCA-CF8391678523}">
      <dsp:nvSpPr>
        <dsp:cNvPr id="0" name=""/>
        <dsp:cNvSpPr/>
      </dsp:nvSpPr>
      <dsp:spPr>
        <a:xfrm>
          <a:off x="481095" y="296320"/>
          <a:ext cx="6735332" cy="6199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580" tIns="0" rIns="254580" bIns="0" numCol="1" spcCol="1270" anchor="ctr" anchorCtr="0">
          <a:noAutofit/>
        </a:bodyPr>
        <a:lstStyle/>
        <a:p>
          <a:pPr marL="0" lvl="0" indent="0" algn="just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 err="1"/>
            <a:t>Kegiatan</a:t>
          </a:r>
          <a:r>
            <a:rPr lang="en-US" sz="2100" b="1" kern="1200" dirty="0"/>
            <a:t> Utama:</a:t>
          </a:r>
        </a:p>
      </dsp:txBody>
      <dsp:txXfrm>
        <a:off x="511357" y="326582"/>
        <a:ext cx="6674808" cy="559396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BFDE04-A59C-4DC8-9965-7AC7E780B99D}">
      <dsp:nvSpPr>
        <dsp:cNvPr id="0" name=""/>
        <dsp:cNvSpPr/>
      </dsp:nvSpPr>
      <dsp:spPr>
        <a:xfrm>
          <a:off x="0" y="448869"/>
          <a:ext cx="9621903" cy="287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7" tIns="499872" rIns="746767" bIns="170688" numCol="1" spcCol="1270" anchor="t" anchorCtr="0">
          <a:noAutofit/>
        </a:bodyPr>
        <a:lstStyle/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 startAt="2"/>
          </a:pPr>
          <a:r>
            <a:rPr lang="en-US" sz="2400" b="1" kern="1200" dirty="0" err="1"/>
            <a:t>Klasifikasi</a:t>
          </a:r>
          <a:r>
            <a:rPr lang="en-US" sz="2400" b="1" kern="1200" dirty="0"/>
            <a:t> dan </a:t>
          </a:r>
          <a:r>
            <a:rPr lang="en-US" sz="2400" b="1" kern="1200" dirty="0" err="1"/>
            <a:t>Prioritasi</a:t>
          </a:r>
          <a:r>
            <a:rPr lang="en-US" sz="2400" b="1" kern="1200" dirty="0"/>
            <a:t>:</a:t>
          </a:r>
          <a:endParaRPr lang="en-US" sz="2400" b="1" kern="1200" dirty="0">
            <a:solidFill>
              <a:srgbClr val="FF0000"/>
            </a:solidFill>
          </a:endParaRPr>
        </a:p>
        <a:p>
          <a:pPr marL="457200" lvl="2" indent="-228600" algn="just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Courier New" panose="02070309020205020404" pitchFamily="49" charset="0"/>
            <a:buChar char="o"/>
          </a:pPr>
          <a:r>
            <a:rPr lang="en-US" sz="2400" kern="1200"/>
            <a:t>Mengklasifikasikan insiden dan permintaan layanan berdasarkan tingkat keparahan dan urgensi.</a:t>
          </a:r>
        </a:p>
        <a:p>
          <a:pPr marL="457200" lvl="2" indent="-228600" algn="just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Courier New" panose="02070309020205020404" pitchFamily="49" charset="0"/>
            <a:buChar char="o"/>
          </a:pPr>
          <a:r>
            <a:rPr lang="en-US" sz="2400" kern="1200"/>
            <a:t>Menetapkan prioritas penanganan untuk memastikan insiden kritis diselesaikan terlebih dahulu.</a:t>
          </a:r>
        </a:p>
      </dsp:txBody>
      <dsp:txXfrm>
        <a:off x="0" y="448869"/>
        <a:ext cx="9621903" cy="2872800"/>
      </dsp:txXfrm>
    </dsp:sp>
    <dsp:sp modelId="{A5BE01FE-C98C-425B-9CCA-CF8391678523}">
      <dsp:nvSpPr>
        <dsp:cNvPr id="0" name=""/>
        <dsp:cNvSpPr/>
      </dsp:nvSpPr>
      <dsp:spPr>
        <a:xfrm>
          <a:off x="481095" y="94629"/>
          <a:ext cx="6735332" cy="7084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580" tIns="0" rIns="254580" bIns="0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Kegiatan Utama:</a:t>
          </a:r>
          <a:endParaRPr lang="en-US" sz="2400" b="1" kern="1200" dirty="0"/>
        </a:p>
      </dsp:txBody>
      <dsp:txXfrm>
        <a:off x="515680" y="129214"/>
        <a:ext cx="6666162" cy="639310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BFDE04-A59C-4DC8-9965-7AC7E780B99D}">
      <dsp:nvSpPr>
        <dsp:cNvPr id="0" name=""/>
        <dsp:cNvSpPr/>
      </dsp:nvSpPr>
      <dsp:spPr>
        <a:xfrm>
          <a:off x="0" y="396400"/>
          <a:ext cx="9621903" cy="2992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7" tIns="520700" rIns="746767" bIns="177800" numCol="1" spcCol="1270" anchor="t" anchorCtr="0">
          <a:noAutofit/>
        </a:bodyPr>
        <a:lstStyle/>
        <a:p>
          <a:pPr marL="228600" lvl="1" indent="-228600" algn="just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None/>
          </a:pPr>
          <a:r>
            <a:rPr lang="en-US" sz="2500" b="1" kern="1200" dirty="0">
              <a:solidFill>
                <a:srgbClr val="FF0000"/>
              </a:solidFill>
            </a:rPr>
            <a:t>3. </a:t>
          </a:r>
          <a:r>
            <a:rPr lang="en-US" sz="2500" b="1" kern="1200" dirty="0" err="1">
              <a:solidFill>
                <a:srgbClr val="FF0000"/>
              </a:solidFill>
            </a:rPr>
            <a:t>Analisis</a:t>
          </a:r>
          <a:r>
            <a:rPr lang="en-US" sz="2500" b="1" kern="1200" dirty="0">
              <a:solidFill>
                <a:srgbClr val="FF0000"/>
              </a:solidFill>
            </a:rPr>
            <a:t> dan </a:t>
          </a:r>
          <a:r>
            <a:rPr lang="en-US" sz="2500" b="1" kern="1200" dirty="0" err="1">
              <a:solidFill>
                <a:srgbClr val="FF0000"/>
              </a:solidFill>
            </a:rPr>
            <a:t>Penyelesaian</a:t>
          </a:r>
          <a:r>
            <a:rPr lang="en-US" sz="2500" b="1" kern="1200" dirty="0">
              <a:solidFill>
                <a:srgbClr val="FF0000"/>
              </a:solidFill>
            </a:rPr>
            <a:t>:</a:t>
          </a:r>
        </a:p>
        <a:p>
          <a:pPr marL="457200" lvl="2" indent="-228600" algn="just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Courier New" panose="02070309020205020404" pitchFamily="49" charset="0"/>
            <a:buChar char="o"/>
          </a:pPr>
          <a:r>
            <a:rPr lang="en-US" sz="2500" b="1" kern="1200" dirty="0" err="1"/>
            <a:t>Melakukan</a:t>
          </a:r>
          <a:r>
            <a:rPr lang="en-US" sz="2500" b="1" kern="1200" dirty="0"/>
            <a:t> </a:t>
          </a:r>
          <a:r>
            <a:rPr lang="en-US" sz="2500" b="1" kern="1200" dirty="0" err="1"/>
            <a:t>analisis</a:t>
          </a:r>
          <a:r>
            <a:rPr lang="en-US" sz="2500" b="1" kern="1200" dirty="0"/>
            <a:t> </a:t>
          </a:r>
          <a:r>
            <a:rPr lang="en-US" sz="2500" b="1" kern="1200" dirty="0" err="1"/>
            <a:t>awal</a:t>
          </a:r>
          <a:r>
            <a:rPr lang="en-US" sz="2500" b="1" kern="1200" dirty="0"/>
            <a:t> </a:t>
          </a:r>
          <a:r>
            <a:rPr lang="en-US" sz="2500" b="1" kern="1200" dirty="0" err="1"/>
            <a:t>untuk</a:t>
          </a:r>
          <a:r>
            <a:rPr lang="en-US" sz="2500" b="1" kern="1200" dirty="0"/>
            <a:t> </a:t>
          </a:r>
          <a:r>
            <a:rPr lang="en-US" sz="2500" b="1" kern="1200" dirty="0" err="1"/>
            <a:t>menentukan</a:t>
          </a:r>
          <a:r>
            <a:rPr lang="en-US" sz="2500" b="1" kern="1200" dirty="0"/>
            <a:t> </a:t>
          </a:r>
          <a:r>
            <a:rPr lang="en-US" sz="2500" b="1" kern="1200" dirty="0" err="1"/>
            <a:t>penyebab</a:t>
          </a:r>
          <a:r>
            <a:rPr lang="en-US" sz="2500" b="1" kern="1200" dirty="0"/>
            <a:t> </a:t>
          </a:r>
          <a:r>
            <a:rPr lang="en-US" sz="2500" b="1" kern="1200" dirty="0" err="1"/>
            <a:t>insiden</a:t>
          </a:r>
          <a:r>
            <a:rPr lang="en-US" sz="2500" b="1" kern="1200" dirty="0"/>
            <a:t> dan </a:t>
          </a:r>
          <a:r>
            <a:rPr lang="en-US" sz="2500" b="1" kern="1200" dirty="0" err="1"/>
            <a:t>solusi</a:t>
          </a:r>
          <a:r>
            <a:rPr lang="en-US" sz="2500" b="1" kern="1200" dirty="0"/>
            <a:t> </a:t>
          </a:r>
          <a:r>
            <a:rPr lang="en-US" sz="2500" b="1" kern="1200" dirty="0" err="1"/>
            <a:t>potensial</a:t>
          </a:r>
          <a:r>
            <a:rPr lang="en-US" sz="2500" b="1" kern="1200" dirty="0"/>
            <a:t>.</a:t>
          </a:r>
        </a:p>
        <a:p>
          <a:pPr marL="457200" lvl="2" indent="-228600" algn="just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Courier New" panose="02070309020205020404" pitchFamily="49" charset="0"/>
            <a:buChar char="o"/>
          </a:pPr>
          <a:r>
            <a:rPr lang="en-US" sz="2500" b="1" kern="1200" dirty="0" err="1"/>
            <a:t>Menyediakan</a:t>
          </a:r>
          <a:r>
            <a:rPr lang="en-US" sz="2500" b="1" kern="1200" dirty="0"/>
            <a:t> </a:t>
          </a:r>
          <a:r>
            <a:rPr lang="en-US" sz="2500" b="1" kern="1200" dirty="0" err="1"/>
            <a:t>solusi</a:t>
          </a:r>
          <a:r>
            <a:rPr lang="en-US" sz="2500" b="1" kern="1200" dirty="0"/>
            <a:t> </a:t>
          </a:r>
          <a:r>
            <a:rPr lang="en-US" sz="2500" b="1" kern="1200" dirty="0" err="1"/>
            <a:t>sementara</a:t>
          </a:r>
          <a:r>
            <a:rPr lang="en-US" sz="2500" b="1" kern="1200" dirty="0"/>
            <a:t> (workarounds) </a:t>
          </a:r>
          <a:r>
            <a:rPr lang="en-US" sz="2500" b="1" kern="1200" dirty="0" err="1"/>
            <a:t>jika</a:t>
          </a:r>
          <a:r>
            <a:rPr lang="en-US" sz="2500" b="1" kern="1200" dirty="0"/>
            <a:t> </a:t>
          </a:r>
          <a:r>
            <a:rPr lang="en-US" sz="2500" b="1" kern="1200" dirty="0" err="1"/>
            <a:t>diperlukan</a:t>
          </a:r>
          <a:r>
            <a:rPr lang="en-US" sz="2500" b="1" kern="1200" dirty="0"/>
            <a:t> dan </a:t>
          </a:r>
          <a:r>
            <a:rPr lang="en-US" sz="2500" b="1" kern="1200" dirty="0" err="1"/>
            <a:t>mengarahkan</a:t>
          </a:r>
          <a:r>
            <a:rPr lang="en-US" sz="2500" b="1" kern="1200" dirty="0"/>
            <a:t> </a:t>
          </a:r>
          <a:r>
            <a:rPr lang="en-US" sz="2500" b="1" kern="1200" dirty="0" err="1"/>
            <a:t>insiden</a:t>
          </a:r>
          <a:r>
            <a:rPr lang="en-US" sz="2500" b="1" kern="1200" dirty="0"/>
            <a:t> </a:t>
          </a:r>
          <a:r>
            <a:rPr lang="en-US" sz="2500" b="1" kern="1200" dirty="0" err="1"/>
            <a:t>ke</a:t>
          </a:r>
          <a:r>
            <a:rPr lang="en-US" sz="2500" b="1" kern="1200" dirty="0"/>
            <a:t> </a:t>
          </a:r>
          <a:r>
            <a:rPr lang="en-US" sz="2500" b="1" kern="1200" dirty="0" err="1"/>
            <a:t>tim</a:t>
          </a:r>
          <a:r>
            <a:rPr lang="en-US" sz="2500" b="1" kern="1200" dirty="0"/>
            <a:t> yang </a:t>
          </a:r>
          <a:r>
            <a:rPr lang="en-US" sz="2500" b="1" kern="1200" dirty="0" err="1"/>
            <a:t>tepat</a:t>
          </a:r>
          <a:r>
            <a:rPr lang="en-US" sz="2500" b="1" kern="1200" dirty="0"/>
            <a:t> </a:t>
          </a:r>
          <a:r>
            <a:rPr lang="en-US" sz="2500" b="1" kern="1200" dirty="0" err="1"/>
            <a:t>untuk</a:t>
          </a:r>
          <a:r>
            <a:rPr lang="en-US" sz="2500" b="1" kern="1200" dirty="0"/>
            <a:t> </a:t>
          </a:r>
          <a:r>
            <a:rPr lang="en-US" sz="2500" b="1" kern="1200" dirty="0" err="1"/>
            <a:t>penyelesaian</a:t>
          </a:r>
          <a:r>
            <a:rPr lang="en-US" sz="2500" b="1" kern="1200" dirty="0"/>
            <a:t> </a:t>
          </a:r>
          <a:r>
            <a:rPr lang="en-US" sz="2500" b="1" kern="1200" dirty="0" err="1"/>
            <a:t>permanen</a:t>
          </a:r>
          <a:r>
            <a:rPr lang="en-US" sz="2500" b="1" kern="1200" dirty="0"/>
            <a:t>.</a:t>
          </a:r>
        </a:p>
      </dsp:txBody>
      <dsp:txXfrm>
        <a:off x="0" y="396400"/>
        <a:ext cx="9621903" cy="2992500"/>
      </dsp:txXfrm>
    </dsp:sp>
    <dsp:sp modelId="{A5BE01FE-C98C-425B-9CCA-CF8391678523}">
      <dsp:nvSpPr>
        <dsp:cNvPr id="0" name=""/>
        <dsp:cNvSpPr/>
      </dsp:nvSpPr>
      <dsp:spPr>
        <a:xfrm>
          <a:off x="481095" y="27400"/>
          <a:ext cx="6735332" cy="7380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580" tIns="0" rIns="254580" bIns="0" numCol="1" spcCol="1270" anchor="ctr" anchorCtr="0">
          <a:noAutofit/>
        </a:bodyPr>
        <a:lstStyle/>
        <a:p>
          <a:pPr marL="0" lvl="0" indent="0" algn="just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Kegiatan Utama:</a:t>
          </a:r>
          <a:endParaRPr lang="en-US" sz="2500" b="1" kern="1200" dirty="0"/>
        </a:p>
      </dsp:txBody>
      <dsp:txXfrm>
        <a:off x="517121" y="63426"/>
        <a:ext cx="6663280" cy="665948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BFDE04-A59C-4DC8-9965-7AC7E780B99D}">
      <dsp:nvSpPr>
        <dsp:cNvPr id="0" name=""/>
        <dsp:cNvSpPr/>
      </dsp:nvSpPr>
      <dsp:spPr>
        <a:xfrm>
          <a:off x="0" y="396400"/>
          <a:ext cx="9621903" cy="2992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7" tIns="520700" rIns="746767" bIns="177800" numCol="1" spcCol="1270" anchor="t" anchorCtr="0">
          <a:noAutofit/>
        </a:bodyPr>
        <a:lstStyle/>
        <a:p>
          <a:pPr marL="228600" lvl="1" indent="-228600" algn="just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None/>
          </a:pPr>
          <a:r>
            <a:rPr lang="en-US" sz="2500" b="1" kern="1200" dirty="0">
              <a:solidFill>
                <a:srgbClr val="FF0000"/>
              </a:solidFill>
            </a:rPr>
            <a:t>4. </a:t>
          </a:r>
          <a:r>
            <a:rPr lang="en-US" sz="2500" b="1" kern="1200" dirty="0" err="1">
              <a:solidFill>
                <a:srgbClr val="FF0000"/>
              </a:solidFill>
            </a:rPr>
            <a:t>Pemantauan</a:t>
          </a:r>
          <a:r>
            <a:rPr lang="en-US" sz="2500" b="1" kern="1200" dirty="0">
              <a:solidFill>
                <a:srgbClr val="FF0000"/>
              </a:solidFill>
            </a:rPr>
            <a:t> dan </a:t>
          </a:r>
          <a:r>
            <a:rPr lang="en-US" sz="2500" b="1" kern="1200" dirty="0" err="1">
              <a:solidFill>
                <a:srgbClr val="FF0000"/>
              </a:solidFill>
            </a:rPr>
            <a:t>Pelaporan</a:t>
          </a:r>
          <a:r>
            <a:rPr lang="en-US" sz="2500" b="1" kern="1200" dirty="0">
              <a:solidFill>
                <a:srgbClr val="FF0000"/>
              </a:solidFill>
            </a:rPr>
            <a:t>:</a:t>
          </a:r>
        </a:p>
        <a:p>
          <a:pPr marL="457200" lvl="2" indent="-228600" algn="just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Courier New" panose="02070309020205020404" pitchFamily="49" charset="0"/>
            <a:buChar char="o"/>
          </a:pPr>
          <a:r>
            <a:rPr lang="en-US" sz="2500" b="1" kern="1200"/>
            <a:t>Memantau status insiden dan permintaan layanan secara berkelanjutan.</a:t>
          </a:r>
        </a:p>
        <a:p>
          <a:pPr marL="457200" lvl="2" indent="-228600" algn="just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Courier New" panose="02070309020205020404" pitchFamily="49" charset="0"/>
            <a:buChar char="o"/>
          </a:pPr>
          <a:r>
            <a:rPr lang="en-US" sz="2500" b="1" kern="1200"/>
            <a:t>Menyediakan laporan berkala tentang kinerja manajemen insiden dan layanan, termasuk waktu respons dan penyelesaian.</a:t>
          </a:r>
        </a:p>
      </dsp:txBody>
      <dsp:txXfrm>
        <a:off x="0" y="396400"/>
        <a:ext cx="9621903" cy="2992500"/>
      </dsp:txXfrm>
    </dsp:sp>
    <dsp:sp modelId="{A5BE01FE-C98C-425B-9CCA-CF8391678523}">
      <dsp:nvSpPr>
        <dsp:cNvPr id="0" name=""/>
        <dsp:cNvSpPr/>
      </dsp:nvSpPr>
      <dsp:spPr>
        <a:xfrm>
          <a:off x="481095" y="27400"/>
          <a:ext cx="6735332" cy="7380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580" tIns="0" rIns="254580" bIns="0" numCol="1" spcCol="1270" anchor="ctr" anchorCtr="0">
          <a:noAutofit/>
        </a:bodyPr>
        <a:lstStyle/>
        <a:p>
          <a:pPr marL="0" lvl="0" indent="0" algn="just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 err="1"/>
            <a:t>Kegiatan</a:t>
          </a:r>
          <a:r>
            <a:rPr lang="en-US" sz="2500" b="1" kern="1200" dirty="0"/>
            <a:t> Utama:</a:t>
          </a:r>
        </a:p>
      </dsp:txBody>
      <dsp:txXfrm>
        <a:off x="517121" y="63426"/>
        <a:ext cx="6663280" cy="665948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6BE286-CDF3-49F3-86C7-C9C2FC4F6BE8}">
      <dsp:nvSpPr>
        <dsp:cNvPr id="0" name=""/>
        <dsp:cNvSpPr/>
      </dsp:nvSpPr>
      <dsp:spPr>
        <a:xfrm>
          <a:off x="0" y="384880"/>
          <a:ext cx="9621903" cy="30303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7" tIns="541528" rIns="746767" bIns="184912" numCol="1" spcCol="1270" anchor="t" anchorCtr="0">
          <a:noAutofit/>
        </a:bodyPr>
        <a:lstStyle/>
        <a:p>
          <a:pPr marL="228600" lvl="1" indent="-228600" algn="just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b="1" kern="1200" dirty="0"/>
            <a:t>Proses </a:t>
          </a:r>
          <a:r>
            <a:rPr lang="en-US" sz="2600" b="1" kern="1200" dirty="0" err="1"/>
            <a:t>ini</a:t>
          </a:r>
          <a:r>
            <a:rPr lang="en-US" sz="2600" b="1" kern="1200" dirty="0"/>
            <a:t> </a:t>
          </a:r>
          <a:r>
            <a:rPr lang="en-US" sz="2600" b="1" kern="1200" dirty="0" err="1"/>
            <a:t>bertujuan</a:t>
          </a:r>
          <a:r>
            <a:rPr lang="en-US" sz="2600" b="1" kern="1200" dirty="0"/>
            <a:t> </a:t>
          </a:r>
          <a:r>
            <a:rPr lang="en-US" sz="2600" b="1" kern="1200" dirty="0" err="1"/>
            <a:t>untuk</a:t>
          </a:r>
          <a:r>
            <a:rPr lang="en-US" sz="2600" b="1" kern="1200" dirty="0"/>
            <a:t> </a:t>
          </a:r>
          <a:r>
            <a:rPr lang="en-US" sz="2600" b="1" kern="1200" dirty="0" err="1"/>
            <a:t>mengidentifikasi</a:t>
          </a:r>
          <a:r>
            <a:rPr lang="en-US" sz="2600" b="1" kern="1200" dirty="0"/>
            <a:t> dan </a:t>
          </a:r>
          <a:r>
            <a:rPr lang="en-US" sz="2600" b="1" kern="1200" dirty="0" err="1"/>
            <a:t>mengelola</a:t>
          </a:r>
          <a:r>
            <a:rPr lang="en-US" sz="2600" b="1" kern="1200" dirty="0"/>
            <a:t> </a:t>
          </a:r>
          <a:r>
            <a:rPr lang="en-US" sz="2600" b="1" kern="1200" dirty="0" err="1"/>
            <a:t>masalah</a:t>
          </a:r>
          <a:r>
            <a:rPr lang="en-US" sz="2600" b="1" kern="1200" dirty="0"/>
            <a:t> yang </a:t>
          </a:r>
          <a:r>
            <a:rPr lang="en-US" sz="2600" b="1" kern="1200" dirty="0" err="1"/>
            <a:t>mendasari</a:t>
          </a:r>
          <a:r>
            <a:rPr lang="en-US" sz="2600" b="1" kern="1200" dirty="0"/>
            <a:t> </a:t>
          </a:r>
          <a:r>
            <a:rPr lang="en-US" sz="2600" b="1" kern="1200" dirty="0" err="1"/>
            <a:t>insiden</a:t>
          </a:r>
          <a:r>
            <a:rPr lang="en-US" sz="2600" b="1" kern="1200" dirty="0"/>
            <a:t> agar </a:t>
          </a:r>
          <a:r>
            <a:rPr lang="en-US" sz="2600" b="1" kern="1200" dirty="0" err="1"/>
            <a:t>tidak</a:t>
          </a:r>
          <a:r>
            <a:rPr lang="en-US" sz="2600" b="1" kern="1200" dirty="0"/>
            <a:t> </a:t>
          </a:r>
          <a:r>
            <a:rPr lang="en-US" sz="2600" b="1" kern="1200" dirty="0" err="1"/>
            <a:t>terulang</a:t>
          </a:r>
          <a:r>
            <a:rPr lang="en-US" sz="2600" b="1" kern="1200" dirty="0"/>
            <a:t> </a:t>
          </a:r>
          <a:r>
            <a:rPr lang="en-US" sz="2600" b="1" kern="1200" dirty="0" err="1"/>
            <a:t>kembali</a:t>
          </a:r>
          <a:r>
            <a:rPr lang="en-US" sz="2600" b="1" kern="1200" dirty="0"/>
            <a:t>. </a:t>
          </a:r>
        </a:p>
        <a:p>
          <a:pPr marL="228600" lvl="1" indent="-228600" algn="just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b="1" kern="1200" dirty="0" err="1"/>
            <a:t>Tujuan</a:t>
          </a:r>
          <a:r>
            <a:rPr lang="en-US" sz="2600" b="1" kern="1200" dirty="0"/>
            <a:t> </a:t>
          </a:r>
          <a:r>
            <a:rPr lang="en-US" sz="2600" b="1" kern="1200" dirty="0" err="1"/>
            <a:t>utamanya</a:t>
          </a:r>
          <a:r>
            <a:rPr lang="en-US" sz="2600" b="1" kern="1200" dirty="0"/>
            <a:t> </a:t>
          </a:r>
          <a:r>
            <a:rPr lang="en-US" sz="2600" b="1" kern="1200" dirty="0" err="1"/>
            <a:t>adalah</a:t>
          </a:r>
          <a:r>
            <a:rPr lang="en-US" sz="2600" b="1" kern="1200" dirty="0"/>
            <a:t> </a:t>
          </a:r>
          <a:r>
            <a:rPr lang="en-US" sz="2600" b="1" kern="1200" dirty="0" err="1"/>
            <a:t>meningkatkan</a:t>
          </a:r>
          <a:r>
            <a:rPr lang="en-US" sz="2600" b="1" kern="1200" dirty="0"/>
            <a:t> </a:t>
          </a:r>
          <a:r>
            <a:rPr lang="en-US" sz="2600" b="1" kern="1200" dirty="0" err="1"/>
            <a:t>stabilitas</a:t>
          </a:r>
          <a:r>
            <a:rPr lang="en-US" sz="2600" b="1" kern="1200" dirty="0"/>
            <a:t> dan </a:t>
          </a:r>
          <a:r>
            <a:rPr lang="en-US" sz="2600" b="1" kern="1200" dirty="0" err="1"/>
            <a:t>keandalan</a:t>
          </a:r>
          <a:r>
            <a:rPr lang="en-US" sz="2600" b="1" kern="1200" dirty="0"/>
            <a:t> </a:t>
          </a:r>
          <a:r>
            <a:rPr lang="en-US" sz="2600" b="1" kern="1200" dirty="0" err="1"/>
            <a:t>layanan</a:t>
          </a:r>
          <a:r>
            <a:rPr lang="en-US" sz="2600" b="1" kern="1200" dirty="0"/>
            <a:t> TI </a:t>
          </a:r>
          <a:r>
            <a:rPr lang="en-US" sz="2600" b="1" kern="1200" dirty="0" err="1"/>
            <a:t>dengan</a:t>
          </a:r>
          <a:r>
            <a:rPr lang="en-US" sz="2600" b="1" kern="1200" dirty="0"/>
            <a:t> </a:t>
          </a:r>
          <a:r>
            <a:rPr lang="en-US" sz="2600" b="1" kern="1200" dirty="0" err="1"/>
            <a:t>mengurangi</a:t>
          </a:r>
          <a:r>
            <a:rPr lang="en-US" sz="2600" b="1" kern="1200" dirty="0"/>
            <a:t> </a:t>
          </a:r>
          <a:r>
            <a:rPr lang="en-US" sz="2600" b="1" kern="1200" dirty="0" err="1"/>
            <a:t>frekuensi</a:t>
          </a:r>
          <a:r>
            <a:rPr lang="en-US" sz="2600" b="1" kern="1200" dirty="0"/>
            <a:t> dan </a:t>
          </a:r>
          <a:r>
            <a:rPr lang="en-US" sz="2600" b="1" kern="1200" dirty="0" err="1"/>
            <a:t>dampak</a:t>
          </a:r>
          <a:r>
            <a:rPr lang="en-US" sz="2600" b="1" kern="1200" dirty="0"/>
            <a:t> </a:t>
          </a:r>
          <a:r>
            <a:rPr lang="en-US" sz="2600" b="1" kern="1200" dirty="0" err="1"/>
            <a:t>insiden</a:t>
          </a:r>
          <a:r>
            <a:rPr lang="en-US" sz="2600" b="1" kern="1200" dirty="0"/>
            <a:t>.</a:t>
          </a:r>
        </a:p>
      </dsp:txBody>
      <dsp:txXfrm>
        <a:off x="0" y="384880"/>
        <a:ext cx="9621903" cy="3030300"/>
      </dsp:txXfrm>
    </dsp:sp>
    <dsp:sp modelId="{8AA327D4-F2CF-4AE0-90A7-D01FBC120DC3}">
      <dsp:nvSpPr>
        <dsp:cNvPr id="0" name=""/>
        <dsp:cNvSpPr/>
      </dsp:nvSpPr>
      <dsp:spPr>
        <a:xfrm>
          <a:off x="481095" y="1120"/>
          <a:ext cx="6735332" cy="7675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580" tIns="0" rIns="254580" bIns="0" numCol="1" spcCol="1270" anchor="ctr" anchorCtr="0">
          <a:noAutofit/>
        </a:bodyPr>
        <a:lstStyle/>
        <a:p>
          <a:pPr marL="0" lvl="0" indent="0" algn="just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 dirty="0" err="1"/>
            <a:t>Penjelasan</a:t>
          </a:r>
          <a:r>
            <a:rPr lang="en-US" sz="2600" b="1" kern="1200" dirty="0"/>
            <a:t>:</a:t>
          </a:r>
        </a:p>
      </dsp:txBody>
      <dsp:txXfrm>
        <a:off x="518562" y="38587"/>
        <a:ext cx="6660398" cy="692586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6BE286-CDF3-49F3-86C7-C9C2FC4F6BE8}">
      <dsp:nvSpPr>
        <dsp:cNvPr id="0" name=""/>
        <dsp:cNvSpPr/>
      </dsp:nvSpPr>
      <dsp:spPr>
        <a:xfrm>
          <a:off x="0" y="356440"/>
          <a:ext cx="9621903" cy="30428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7" tIns="479044" rIns="746767" bIns="163576" numCol="1" spcCol="1270" anchor="t" anchorCtr="0">
          <a:noAutofit/>
        </a:bodyPr>
        <a:lstStyle/>
        <a:p>
          <a:pPr marL="228600" lvl="1" indent="-228600" algn="just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US" sz="2300" b="1" kern="1200" dirty="0" err="1">
              <a:solidFill>
                <a:srgbClr val="FF0000"/>
              </a:solidFill>
            </a:rPr>
            <a:t>Identifikasi</a:t>
          </a:r>
          <a:r>
            <a:rPr lang="en-US" sz="2300" b="1" kern="1200" dirty="0">
              <a:solidFill>
                <a:srgbClr val="FF0000"/>
              </a:solidFill>
            </a:rPr>
            <a:t> </a:t>
          </a:r>
          <a:r>
            <a:rPr lang="en-US" sz="2300" b="1" kern="1200" dirty="0" err="1">
              <a:solidFill>
                <a:srgbClr val="FF0000"/>
              </a:solidFill>
            </a:rPr>
            <a:t>Masalah</a:t>
          </a:r>
          <a:r>
            <a:rPr lang="en-US" sz="2300" b="1" kern="1200" dirty="0">
              <a:solidFill>
                <a:srgbClr val="FF0000"/>
              </a:solidFill>
            </a:rPr>
            <a:t>:</a:t>
          </a:r>
        </a:p>
        <a:p>
          <a:pPr marL="457200" lvl="2" indent="-228600" algn="just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Courier New" panose="02070309020205020404" pitchFamily="49" charset="0"/>
            <a:buChar char="o"/>
          </a:pPr>
          <a:r>
            <a:rPr lang="it-IT" sz="2300" b="1" kern="1200" dirty="0"/>
            <a:t>Menggunakan data dari manajemen insiden untuk mengidentifikasi pola insiden berulang dan potensi masalah.</a:t>
          </a:r>
          <a:endParaRPr lang="en-US" sz="2300" b="1" kern="1200" dirty="0"/>
        </a:p>
        <a:p>
          <a:pPr marL="457200" lvl="2" indent="-228600" algn="just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Courier New" panose="02070309020205020404" pitchFamily="49" charset="0"/>
            <a:buChar char="o"/>
          </a:pPr>
          <a:r>
            <a:rPr lang="en-US" sz="2300" b="1" kern="1200"/>
            <a:t>Melibatkan tim teknis untuk melakukan analisis mendalam terhadap penyebab akar (root cause) masalah.</a:t>
          </a:r>
        </a:p>
      </dsp:txBody>
      <dsp:txXfrm>
        <a:off x="0" y="356440"/>
        <a:ext cx="9621903" cy="3042899"/>
      </dsp:txXfrm>
    </dsp:sp>
    <dsp:sp modelId="{8AA327D4-F2CF-4AE0-90A7-D01FBC120DC3}">
      <dsp:nvSpPr>
        <dsp:cNvPr id="0" name=""/>
        <dsp:cNvSpPr/>
      </dsp:nvSpPr>
      <dsp:spPr>
        <a:xfrm>
          <a:off x="481095" y="16960"/>
          <a:ext cx="6735332" cy="6789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580" tIns="0" rIns="254580" bIns="0" numCol="1" spcCol="1270" anchor="ctr" anchorCtr="0">
          <a:noAutofit/>
        </a:bodyPr>
        <a:lstStyle/>
        <a:p>
          <a:pPr marL="0" lvl="0" indent="0" algn="just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 err="1"/>
            <a:t>Kegiatan</a:t>
          </a:r>
          <a:r>
            <a:rPr lang="en-US" sz="2300" b="1" kern="1200" dirty="0"/>
            <a:t> Utama:</a:t>
          </a:r>
        </a:p>
      </dsp:txBody>
      <dsp:txXfrm>
        <a:off x="514239" y="50104"/>
        <a:ext cx="6669044" cy="612672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6BE286-CDF3-49F3-86C7-C9C2FC4F6BE8}">
      <dsp:nvSpPr>
        <dsp:cNvPr id="0" name=""/>
        <dsp:cNvSpPr/>
      </dsp:nvSpPr>
      <dsp:spPr>
        <a:xfrm>
          <a:off x="0" y="504085"/>
          <a:ext cx="9621903" cy="28066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7" tIns="562356" rIns="746767" bIns="192024" numCol="1" spcCol="1270" anchor="t" anchorCtr="0">
          <a:noAutofit/>
        </a:bodyPr>
        <a:lstStyle/>
        <a:p>
          <a:pPr marL="228600" lvl="1" indent="-228600" algn="just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 startAt="2"/>
          </a:pPr>
          <a:r>
            <a:rPr lang="en-US" sz="2700" b="1" kern="1200" dirty="0" err="1">
              <a:solidFill>
                <a:srgbClr val="FF0000"/>
              </a:solidFill>
            </a:rPr>
            <a:t>Pengembangan</a:t>
          </a:r>
          <a:r>
            <a:rPr lang="en-US" sz="2700" b="1" kern="1200" dirty="0">
              <a:solidFill>
                <a:srgbClr val="FF0000"/>
              </a:solidFill>
            </a:rPr>
            <a:t> Solusi </a:t>
          </a:r>
          <a:r>
            <a:rPr lang="en-US" sz="2700" b="1" kern="1200" dirty="0" err="1">
              <a:solidFill>
                <a:srgbClr val="FF0000"/>
              </a:solidFill>
            </a:rPr>
            <a:t>Permanen</a:t>
          </a:r>
          <a:r>
            <a:rPr lang="en-US" sz="2700" b="1" kern="1200" dirty="0">
              <a:solidFill>
                <a:srgbClr val="FF0000"/>
              </a:solidFill>
            </a:rPr>
            <a:t>:</a:t>
          </a:r>
        </a:p>
        <a:p>
          <a:pPr marL="457200" lvl="2" indent="-228600" algn="just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Courier New" panose="02070309020205020404" pitchFamily="49" charset="0"/>
            <a:buChar char="o"/>
          </a:pPr>
          <a:r>
            <a:rPr lang="en-US" sz="2700" b="1" kern="1200"/>
            <a:t>Mengembangkan dan menguji solusi yang mengatasi penyebab akar masalah.</a:t>
          </a:r>
        </a:p>
        <a:p>
          <a:pPr marL="457200" lvl="2" indent="-228600" algn="just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Courier New" panose="02070309020205020404" pitchFamily="49" charset="0"/>
            <a:buChar char="o"/>
          </a:pPr>
          <a:r>
            <a:rPr lang="en-US" sz="2700" b="1" kern="1200"/>
            <a:t>Mengimplementasikan solusi permanen untuk mencegah terulangnya masalah yang sama.</a:t>
          </a:r>
        </a:p>
      </dsp:txBody>
      <dsp:txXfrm>
        <a:off x="0" y="504085"/>
        <a:ext cx="9621903" cy="2806650"/>
      </dsp:txXfrm>
    </dsp:sp>
    <dsp:sp modelId="{8AA327D4-F2CF-4AE0-90A7-D01FBC120DC3}">
      <dsp:nvSpPr>
        <dsp:cNvPr id="0" name=""/>
        <dsp:cNvSpPr/>
      </dsp:nvSpPr>
      <dsp:spPr>
        <a:xfrm>
          <a:off x="481095" y="105565"/>
          <a:ext cx="6735332" cy="7970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580" tIns="0" rIns="254580" bIns="0" numCol="1" spcCol="1270" anchor="ctr" anchorCtr="0">
          <a:noAutofit/>
        </a:bodyPr>
        <a:lstStyle/>
        <a:p>
          <a:pPr marL="0" lvl="0" indent="0" algn="just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 dirty="0" err="1"/>
            <a:t>Kegiatan</a:t>
          </a:r>
          <a:r>
            <a:rPr lang="en-US" sz="2700" b="1" kern="1200" dirty="0"/>
            <a:t> Utama:</a:t>
          </a:r>
        </a:p>
      </dsp:txBody>
      <dsp:txXfrm>
        <a:off x="520003" y="144473"/>
        <a:ext cx="6657516" cy="719224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6BE286-CDF3-49F3-86C7-C9C2FC4F6BE8}">
      <dsp:nvSpPr>
        <dsp:cNvPr id="0" name=""/>
        <dsp:cNvSpPr/>
      </dsp:nvSpPr>
      <dsp:spPr>
        <a:xfrm>
          <a:off x="0" y="504085"/>
          <a:ext cx="9621903" cy="28066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7" tIns="562356" rIns="746767" bIns="192024" numCol="1" spcCol="1270" anchor="t" anchorCtr="0">
          <a:noAutofit/>
        </a:bodyPr>
        <a:lstStyle/>
        <a:p>
          <a:pPr marL="228600" lvl="1" indent="-228600" algn="just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 startAt="3"/>
          </a:pPr>
          <a:r>
            <a:rPr lang="en-US" sz="2700" b="1" kern="1200" dirty="0" err="1">
              <a:solidFill>
                <a:srgbClr val="FF0000"/>
              </a:solidFill>
            </a:rPr>
            <a:t>Pemantauan</a:t>
          </a:r>
          <a:r>
            <a:rPr lang="en-US" sz="2700" b="1" kern="1200" dirty="0">
              <a:solidFill>
                <a:srgbClr val="FF0000"/>
              </a:solidFill>
            </a:rPr>
            <a:t> dan </a:t>
          </a:r>
          <a:r>
            <a:rPr lang="en-US" sz="2700" b="1" kern="1200" dirty="0" err="1">
              <a:solidFill>
                <a:srgbClr val="FF0000"/>
              </a:solidFill>
            </a:rPr>
            <a:t>Validasi</a:t>
          </a:r>
          <a:r>
            <a:rPr lang="en-US" sz="2700" b="1" kern="1200" dirty="0">
              <a:solidFill>
                <a:srgbClr val="FF0000"/>
              </a:solidFill>
            </a:rPr>
            <a:t>:</a:t>
          </a:r>
        </a:p>
        <a:p>
          <a:pPr marL="457200" lvl="2" indent="-228600" algn="just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Courier New" panose="02070309020205020404" pitchFamily="49" charset="0"/>
            <a:buChar char="o"/>
          </a:pPr>
          <a:r>
            <a:rPr lang="en-US" sz="2700" b="1" kern="1200" dirty="0" err="1"/>
            <a:t>Memantau</a:t>
          </a:r>
          <a:r>
            <a:rPr lang="en-US" sz="2700" b="1" kern="1200" dirty="0"/>
            <a:t> </a:t>
          </a:r>
          <a:r>
            <a:rPr lang="en-US" sz="2700" b="1" kern="1200" dirty="0" err="1"/>
            <a:t>efektivitas</a:t>
          </a:r>
          <a:r>
            <a:rPr lang="en-US" sz="2700" b="1" kern="1200" dirty="0"/>
            <a:t> </a:t>
          </a:r>
          <a:r>
            <a:rPr lang="en-US" sz="2700" b="1" kern="1200" dirty="0" err="1"/>
            <a:t>solusi</a:t>
          </a:r>
          <a:r>
            <a:rPr lang="en-US" sz="2700" b="1" kern="1200" dirty="0"/>
            <a:t> yang </a:t>
          </a:r>
          <a:r>
            <a:rPr lang="en-US" sz="2700" b="1" kern="1200" dirty="0" err="1"/>
            <a:t>diterapkan</a:t>
          </a:r>
          <a:r>
            <a:rPr lang="en-US" sz="2700" b="1" kern="1200" dirty="0"/>
            <a:t> </a:t>
          </a:r>
          <a:r>
            <a:rPr lang="en-US" sz="2700" b="1" kern="1200" dirty="0" err="1"/>
            <a:t>untuk</a:t>
          </a:r>
          <a:r>
            <a:rPr lang="en-US" sz="2700" b="1" kern="1200" dirty="0"/>
            <a:t> </a:t>
          </a:r>
          <a:r>
            <a:rPr lang="en-US" sz="2700" b="1" kern="1200" dirty="0" err="1"/>
            <a:t>memastikan</a:t>
          </a:r>
          <a:r>
            <a:rPr lang="en-US" sz="2700" b="1" kern="1200" dirty="0"/>
            <a:t> </a:t>
          </a:r>
          <a:r>
            <a:rPr lang="en-US" sz="2700" b="1" kern="1200" dirty="0" err="1"/>
            <a:t>masalah</a:t>
          </a:r>
          <a:r>
            <a:rPr lang="en-US" sz="2700" b="1" kern="1200" dirty="0"/>
            <a:t> </a:t>
          </a:r>
          <a:r>
            <a:rPr lang="en-US" sz="2700" b="1" kern="1200" dirty="0" err="1"/>
            <a:t>tidak</a:t>
          </a:r>
          <a:r>
            <a:rPr lang="en-US" sz="2700" b="1" kern="1200" dirty="0"/>
            <a:t> </a:t>
          </a:r>
          <a:r>
            <a:rPr lang="en-US" sz="2700" b="1" kern="1200" dirty="0" err="1"/>
            <a:t>terulang</a:t>
          </a:r>
          <a:r>
            <a:rPr lang="en-US" sz="2700" b="1" kern="1200" dirty="0"/>
            <a:t>.</a:t>
          </a:r>
        </a:p>
        <a:p>
          <a:pPr marL="457200" lvl="2" indent="-228600" algn="just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Courier New" panose="02070309020205020404" pitchFamily="49" charset="0"/>
            <a:buChar char="o"/>
          </a:pPr>
          <a:r>
            <a:rPr lang="en-US" sz="2700" b="1" kern="1200"/>
            <a:t>Melakukan validasi bahwa solusi tersebut telah sepenuhnya menyelesaikan masalah.</a:t>
          </a:r>
        </a:p>
      </dsp:txBody>
      <dsp:txXfrm>
        <a:off x="0" y="504085"/>
        <a:ext cx="9621903" cy="2806650"/>
      </dsp:txXfrm>
    </dsp:sp>
    <dsp:sp modelId="{8AA327D4-F2CF-4AE0-90A7-D01FBC120DC3}">
      <dsp:nvSpPr>
        <dsp:cNvPr id="0" name=""/>
        <dsp:cNvSpPr/>
      </dsp:nvSpPr>
      <dsp:spPr>
        <a:xfrm>
          <a:off x="481095" y="105565"/>
          <a:ext cx="6735332" cy="7970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580" tIns="0" rIns="254580" bIns="0" numCol="1" spcCol="1270" anchor="ctr" anchorCtr="0">
          <a:noAutofit/>
        </a:bodyPr>
        <a:lstStyle/>
        <a:p>
          <a:pPr marL="0" lvl="0" indent="0" algn="just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 dirty="0" err="1"/>
            <a:t>Kegiatan</a:t>
          </a:r>
          <a:r>
            <a:rPr lang="en-US" sz="2700" b="1" kern="1200" dirty="0"/>
            <a:t> Utama:</a:t>
          </a:r>
        </a:p>
      </dsp:txBody>
      <dsp:txXfrm>
        <a:off x="520003" y="144473"/>
        <a:ext cx="6657516" cy="719224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6BE286-CDF3-49F3-86C7-C9C2FC4F6BE8}">
      <dsp:nvSpPr>
        <dsp:cNvPr id="0" name=""/>
        <dsp:cNvSpPr/>
      </dsp:nvSpPr>
      <dsp:spPr>
        <a:xfrm>
          <a:off x="0" y="464799"/>
          <a:ext cx="9621903" cy="2929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7" tIns="624840" rIns="746767" bIns="170688" numCol="1" spcCol="1270" anchor="t" anchorCtr="0">
          <a:noAutofit/>
        </a:bodyPr>
        <a:lstStyle/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US" sz="2400" b="1" kern="1200" dirty="0" err="1">
              <a:solidFill>
                <a:srgbClr val="FF0000"/>
              </a:solidFill>
            </a:rPr>
            <a:t>Membangun</a:t>
          </a:r>
          <a:r>
            <a:rPr lang="en-US" sz="2400" b="1" kern="1200" dirty="0">
              <a:solidFill>
                <a:srgbClr val="FF0000"/>
              </a:solidFill>
            </a:rPr>
            <a:t> </a:t>
          </a:r>
          <a:r>
            <a:rPr lang="en-US" sz="2400" b="1" kern="1200" dirty="0" err="1">
              <a:solidFill>
                <a:srgbClr val="FF0000"/>
              </a:solidFill>
            </a:rPr>
            <a:t>Struktur</a:t>
          </a:r>
          <a:r>
            <a:rPr lang="en-US" sz="2400" b="1" kern="1200" dirty="0">
              <a:solidFill>
                <a:srgbClr val="FF0000"/>
              </a:solidFill>
            </a:rPr>
            <a:t> Tim yang </a:t>
          </a:r>
          <a:r>
            <a:rPr lang="en-US" sz="2400" b="1" kern="1200" dirty="0" err="1">
              <a:solidFill>
                <a:srgbClr val="FF0000"/>
              </a:solidFill>
            </a:rPr>
            <a:t>Jelas</a:t>
          </a:r>
          <a:r>
            <a:rPr lang="en-US" sz="2400" b="1" kern="1200" dirty="0">
              <a:solidFill>
                <a:srgbClr val="FF0000"/>
              </a:solidFill>
            </a:rPr>
            <a:t>:</a:t>
          </a:r>
        </a:p>
        <a:p>
          <a:pPr marL="457200" lvl="2" indent="-228600" algn="just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Courier New" panose="02070309020205020404" pitchFamily="49" charset="0"/>
            <a:buChar char="o"/>
          </a:pPr>
          <a:r>
            <a:rPr lang="en-US" sz="2400" b="1" kern="1200"/>
            <a:t>Membentuk tim manajemen insiden yang bertanggung jawab untuk menerima, mengklasifikasikan, dan menyelesaikan insiden.</a:t>
          </a:r>
        </a:p>
        <a:p>
          <a:pPr marL="457200" lvl="2" indent="-228600" algn="just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Courier New" panose="02070309020205020404" pitchFamily="49" charset="0"/>
            <a:buChar char="o"/>
          </a:pPr>
          <a:r>
            <a:rPr lang="en-US" sz="2400" b="1" kern="1200"/>
            <a:t>Melibatkan tim dukungan teknis dan spesialis untuk penanganan masalah yang lebih kompleks.</a:t>
          </a:r>
        </a:p>
      </dsp:txBody>
      <dsp:txXfrm>
        <a:off x="0" y="464799"/>
        <a:ext cx="9621903" cy="2929500"/>
      </dsp:txXfrm>
    </dsp:sp>
    <dsp:sp modelId="{8AA327D4-F2CF-4AE0-90A7-D01FBC120DC3}">
      <dsp:nvSpPr>
        <dsp:cNvPr id="0" name=""/>
        <dsp:cNvSpPr/>
      </dsp:nvSpPr>
      <dsp:spPr>
        <a:xfrm>
          <a:off x="481095" y="21999"/>
          <a:ext cx="6735332" cy="8856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580" tIns="0" rIns="254580" bIns="0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Implementasi Praktis Manajemen Insiden dan Layanan Berdasarkan COBIT 2019</a:t>
          </a:r>
          <a:endParaRPr lang="en-US" sz="2400" b="1" kern="1200" dirty="0"/>
        </a:p>
      </dsp:txBody>
      <dsp:txXfrm>
        <a:off x="524326" y="65230"/>
        <a:ext cx="6648870" cy="799138"/>
      </dsp:txXfrm>
    </dsp:sp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6BE286-CDF3-49F3-86C7-C9C2FC4F6BE8}">
      <dsp:nvSpPr>
        <dsp:cNvPr id="0" name=""/>
        <dsp:cNvSpPr/>
      </dsp:nvSpPr>
      <dsp:spPr>
        <a:xfrm>
          <a:off x="0" y="464799"/>
          <a:ext cx="9621903" cy="2929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7" tIns="624840" rIns="746767" bIns="170688" numCol="1" spcCol="1270" anchor="t" anchorCtr="0">
          <a:noAutofit/>
        </a:bodyPr>
        <a:lstStyle/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 startAt="2"/>
          </a:pPr>
          <a:r>
            <a:rPr lang="en-US" sz="2400" b="1" kern="1200" dirty="0" err="1">
              <a:solidFill>
                <a:srgbClr val="FF0000"/>
              </a:solidFill>
            </a:rPr>
            <a:t>Mengembangkan</a:t>
          </a:r>
          <a:r>
            <a:rPr lang="en-US" sz="2400" b="1" kern="1200" dirty="0">
              <a:solidFill>
                <a:srgbClr val="FF0000"/>
              </a:solidFill>
            </a:rPr>
            <a:t> </a:t>
          </a:r>
          <a:r>
            <a:rPr lang="en-US" sz="2400" b="1" kern="1200" dirty="0" err="1">
              <a:solidFill>
                <a:srgbClr val="FF0000"/>
              </a:solidFill>
            </a:rPr>
            <a:t>Prosedur</a:t>
          </a:r>
          <a:r>
            <a:rPr lang="en-US" sz="2400" b="1" kern="1200" dirty="0">
              <a:solidFill>
                <a:srgbClr val="FF0000"/>
              </a:solidFill>
            </a:rPr>
            <a:t> </a:t>
          </a:r>
          <a:r>
            <a:rPr lang="en-US" sz="2400" b="1" kern="1200" dirty="0" err="1">
              <a:solidFill>
                <a:srgbClr val="FF0000"/>
              </a:solidFill>
            </a:rPr>
            <a:t>Standar</a:t>
          </a:r>
          <a:r>
            <a:rPr lang="en-US" sz="2400" b="1" kern="1200" dirty="0">
              <a:solidFill>
                <a:srgbClr val="FF0000"/>
              </a:solidFill>
            </a:rPr>
            <a:t>:</a:t>
          </a:r>
        </a:p>
        <a:p>
          <a:pPr marL="457200" lvl="2" indent="-228600" algn="just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Courier New" panose="02070309020205020404" pitchFamily="49" charset="0"/>
            <a:buChar char="o"/>
          </a:pPr>
          <a:r>
            <a:rPr lang="en-US" sz="2400" b="1" kern="1200"/>
            <a:t>Menetapkan prosedur standar untuk penerimaan, klasifikasi, prioritisasi, dan penyelesaian insiden serta permintaan layanan.</a:t>
          </a:r>
        </a:p>
        <a:p>
          <a:pPr marL="457200" lvl="2" indent="-228600" algn="just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Courier New" panose="02070309020205020404" pitchFamily="49" charset="0"/>
            <a:buChar char="o"/>
          </a:pPr>
          <a:r>
            <a:rPr lang="en-US" sz="2400" b="1" kern="1200"/>
            <a:t>Mendokumentasikan dan mengkomunikasikan prosedur ini kepada seluruh staf yang relevan.</a:t>
          </a:r>
        </a:p>
      </dsp:txBody>
      <dsp:txXfrm>
        <a:off x="0" y="464799"/>
        <a:ext cx="9621903" cy="2929500"/>
      </dsp:txXfrm>
    </dsp:sp>
    <dsp:sp modelId="{8AA327D4-F2CF-4AE0-90A7-D01FBC120DC3}">
      <dsp:nvSpPr>
        <dsp:cNvPr id="0" name=""/>
        <dsp:cNvSpPr/>
      </dsp:nvSpPr>
      <dsp:spPr>
        <a:xfrm>
          <a:off x="481095" y="21999"/>
          <a:ext cx="6735332" cy="8856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580" tIns="0" rIns="254580" bIns="0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Implementasi Praktis Manajemen Insiden dan Layanan Berdasarkan COBIT 2019</a:t>
          </a:r>
          <a:endParaRPr lang="en-US" sz="2400" b="1" kern="1200" dirty="0"/>
        </a:p>
      </dsp:txBody>
      <dsp:txXfrm>
        <a:off x="524326" y="65230"/>
        <a:ext cx="6648870" cy="799138"/>
      </dsp:txXfrm>
    </dsp:sp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6BE286-CDF3-49F3-86C7-C9C2FC4F6BE8}">
      <dsp:nvSpPr>
        <dsp:cNvPr id="0" name=""/>
        <dsp:cNvSpPr/>
      </dsp:nvSpPr>
      <dsp:spPr>
        <a:xfrm>
          <a:off x="0" y="496389"/>
          <a:ext cx="9621903" cy="2910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7" tIns="687324" rIns="746767" bIns="142240" numCol="1" spcCol="1270" anchor="t" anchorCtr="0">
          <a:noAutofit/>
        </a:bodyPr>
        <a:lstStyle/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 startAt="3"/>
          </a:pPr>
          <a:r>
            <a:rPr lang="en-US" sz="2000" b="1" kern="1200" dirty="0" err="1">
              <a:solidFill>
                <a:srgbClr val="FF0000"/>
              </a:solidFill>
            </a:rPr>
            <a:t>Menggunakan</a:t>
          </a:r>
          <a:r>
            <a:rPr lang="en-US" sz="2000" b="1" kern="1200" dirty="0">
              <a:solidFill>
                <a:srgbClr val="FF0000"/>
              </a:solidFill>
            </a:rPr>
            <a:t> Alat dan </a:t>
          </a:r>
          <a:r>
            <a:rPr lang="en-US" sz="2000" b="1" kern="1200" dirty="0" err="1">
              <a:solidFill>
                <a:srgbClr val="FF0000"/>
              </a:solidFill>
            </a:rPr>
            <a:t>Teknologi</a:t>
          </a:r>
          <a:r>
            <a:rPr lang="en-US" sz="2000" b="1" kern="1200" dirty="0">
              <a:solidFill>
                <a:srgbClr val="FF0000"/>
              </a:solidFill>
            </a:rPr>
            <a:t> yang </a:t>
          </a:r>
          <a:r>
            <a:rPr lang="en-US" sz="2000" b="1" kern="1200" dirty="0" err="1">
              <a:solidFill>
                <a:srgbClr val="FF0000"/>
              </a:solidFill>
            </a:rPr>
            <a:t>Tepat</a:t>
          </a:r>
          <a:r>
            <a:rPr lang="en-US" sz="2000" b="1" kern="1200" dirty="0">
              <a:solidFill>
                <a:srgbClr val="FF0000"/>
              </a:solidFill>
            </a:rPr>
            <a:t>:</a:t>
          </a:r>
        </a:p>
        <a:p>
          <a:pPr marL="457200" lvl="2" indent="-228600" algn="just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Courier New" panose="02070309020205020404" pitchFamily="49" charset="0"/>
            <a:buChar char="o"/>
          </a:pPr>
          <a:r>
            <a:rPr lang="en-US" sz="2000" b="1" kern="1200" dirty="0" err="1"/>
            <a:t>Mengimplementasikan</a:t>
          </a:r>
          <a:r>
            <a:rPr lang="en-US" sz="2000" b="1" kern="1200" dirty="0"/>
            <a:t> </a:t>
          </a:r>
          <a:r>
            <a:rPr lang="en-US" sz="2000" b="1" kern="1200" dirty="0" err="1"/>
            <a:t>sistem</a:t>
          </a:r>
          <a:r>
            <a:rPr lang="en-US" sz="2000" b="1" kern="1200" dirty="0"/>
            <a:t> </a:t>
          </a:r>
          <a:r>
            <a:rPr lang="en-US" sz="2000" b="1" kern="1200" dirty="0" err="1"/>
            <a:t>manajemen</a:t>
          </a:r>
          <a:r>
            <a:rPr lang="en-US" sz="2000" b="1" kern="1200" dirty="0"/>
            <a:t> </a:t>
          </a:r>
          <a:r>
            <a:rPr lang="en-US" sz="2000" b="1" kern="1200" dirty="0" err="1"/>
            <a:t>insiden</a:t>
          </a:r>
          <a:r>
            <a:rPr lang="en-US" sz="2000" b="1" kern="1200" dirty="0"/>
            <a:t> dan </a:t>
          </a:r>
          <a:r>
            <a:rPr lang="en-US" sz="2000" b="1" kern="1200" dirty="0" err="1"/>
            <a:t>layanan</a:t>
          </a:r>
          <a:r>
            <a:rPr lang="en-US" sz="2000" b="1" kern="1200" dirty="0"/>
            <a:t> (</a:t>
          </a:r>
          <a:r>
            <a:rPr lang="en-US" sz="2000" b="1" kern="1200" dirty="0" err="1"/>
            <a:t>misalnya</a:t>
          </a:r>
          <a:r>
            <a:rPr lang="en-US" sz="2000" b="1" kern="1200" dirty="0"/>
            <a:t>, IT service management tools) yang </a:t>
          </a:r>
          <a:r>
            <a:rPr lang="en-US" sz="2000" b="1" kern="1200" dirty="0" err="1"/>
            <a:t>memungkinkan</a:t>
          </a:r>
          <a:r>
            <a:rPr lang="en-US" sz="2000" b="1" kern="1200" dirty="0"/>
            <a:t> </a:t>
          </a:r>
          <a:r>
            <a:rPr lang="en-US" sz="2000" b="1" kern="1200" dirty="0" err="1"/>
            <a:t>pelacakan</a:t>
          </a:r>
          <a:r>
            <a:rPr lang="en-US" sz="2000" b="1" kern="1200" dirty="0"/>
            <a:t> dan </a:t>
          </a:r>
          <a:r>
            <a:rPr lang="en-US" sz="2000" b="1" kern="1200" dirty="0" err="1"/>
            <a:t>pemantauan</a:t>
          </a:r>
          <a:r>
            <a:rPr lang="en-US" sz="2000" b="1" kern="1200" dirty="0"/>
            <a:t> yang </a:t>
          </a:r>
          <a:r>
            <a:rPr lang="en-US" sz="2000" b="1" kern="1200" dirty="0" err="1"/>
            <a:t>efektif</a:t>
          </a:r>
          <a:r>
            <a:rPr lang="en-US" sz="2000" b="1" kern="1200" dirty="0"/>
            <a:t>.</a:t>
          </a:r>
        </a:p>
        <a:p>
          <a:pPr marL="457200" lvl="2" indent="-228600" algn="just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Courier New" panose="02070309020205020404" pitchFamily="49" charset="0"/>
            <a:buChar char="o"/>
          </a:pPr>
          <a:r>
            <a:rPr lang="en-US" sz="2000" b="1" kern="1200" dirty="0" err="1"/>
            <a:t>Memastikan</a:t>
          </a:r>
          <a:r>
            <a:rPr lang="en-US" sz="2000" b="1" kern="1200" dirty="0"/>
            <a:t> </a:t>
          </a:r>
          <a:r>
            <a:rPr lang="en-US" sz="2000" b="1" kern="1200" dirty="0" err="1"/>
            <a:t>alat</a:t>
          </a:r>
          <a:r>
            <a:rPr lang="en-US" sz="2000" b="1" kern="1200" dirty="0"/>
            <a:t> </a:t>
          </a:r>
          <a:r>
            <a:rPr lang="en-US" sz="2000" b="1" kern="1200" dirty="0" err="1"/>
            <a:t>ini</a:t>
          </a:r>
          <a:r>
            <a:rPr lang="en-US" sz="2000" b="1" kern="1200" dirty="0"/>
            <a:t> </a:t>
          </a:r>
          <a:r>
            <a:rPr lang="en-US" sz="2000" b="1" kern="1200" dirty="0" err="1"/>
            <a:t>terintegrasi</a:t>
          </a:r>
          <a:r>
            <a:rPr lang="en-US" sz="2000" b="1" kern="1200" dirty="0"/>
            <a:t> </a:t>
          </a:r>
          <a:r>
            <a:rPr lang="en-US" sz="2000" b="1" kern="1200" dirty="0" err="1"/>
            <a:t>dengan</a:t>
          </a:r>
          <a:r>
            <a:rPr lang="en-US" sz="2000" b="1" kern="1200" dirty="0"/>
            <a:t> </a:t>
          </a:r>
          <a:r>
            <a:rPr lang="en-US" sz="2000" b="1" kern="1200" dirty="0" err="1"/>
            <a:t>sistem</a:t>
          </a:r>
          <a:r>
            <a:rPr lang="en-US" sz="2000" b="1" kern="1200" dirty="0"/>
            <a:t> lain yang </a:t>
          </a:r>
          <a:r>
            <a:rPr lang="en-US" sz="2000" b="1" kern="1200" dirty="0" err="1"/>
            <a:t>relevan</a:t>
          </a:r>
          <a:r>
            <a:rPr lang="en-US" sz="2000" b="1" kern="1200" dirty="0"/>
            <a:t> </a:t>
          </a:r>
          <a:r>
            <a:rPr lang="en-US" sz="2000" b="1" kern="1200" dirty="0" err="1"/>
            <a:t>untuk</a:t>
          </a:r>
          <a:r>
            <a:rPr lang="en-US" sz="2000" b="1" kern="1200" dirty="0"/>
            <a:t> </a:t>
          </a:r>
          <a:r>
            <a:rPr lang="en-US" sz="2000" b="1" kern="1200" dirty="0" err="1"/>
            <a:t>memberikan</a:t>
          </a:r>
          <a:r>
            <a:rPr lang="en-US" sz="2000" b="1" kern="1200" dirty="0"/>
            <a:t> </a:t>
          </a:r>
          <a:r>
            <a:rPr lang="en-US" sz="2000" b="1" kern="1200" dirty="0" err="1"/>
            <a:t>visibilitas</a:t>
          </a:r>
          <a:r>
            <a:rPr lang="en-US" sz="2000" b="1" kern="1200" dirty="0"/>
            <a:t> </a:t>
          </a:r>
          <a:r>
            <a:rPr lang="en-US" sz="2000" b="1" kern="1200" dirty="0" err="1"/>
            <a:t>penuh</a:t>
          </a:r>
          <a:r>
            <a:rPr lang="en-US" sz="2000" b="1" kern="1200" dirty="0"/>
            <a:t> </a:t>
          </a:r>
          <a:r>
            <a:rPr lang="en-US" sz="2000" b="1" kern="1200" dirty="0" err="1"/>
            <a:t>terhadap</a:t>
          </a:r>
          <a:r>
            <a:rPr lang="en-US" sz="2000" b="1" kern="1200" dirty="0"/>
            <a:t> status </a:t>
          </a:r>
          <a:r>
            <a:rPr lang="en-US" sz="2000" b="1" kern="1200" dirty="0" err="1"/>
            <a:t>insiden</a:t>
          </a:r>
          <a:r>
            <a:rPr lang="en-US" sz="2000" b="1" kern="1200" dirty="0"/>
            <a:t> dan </a:t>
          </a:r>
          <a:r>
            <a:rPr lang="en-US" sz="2000" b="1" kern="1200" dirty="0" err="1"/>
            <a:t>layanan</a:t>
          </a:r>
          <a:r>
            <a:rPr lang="en-US" sz="2000" b="1" kern="1200" dirty="0"/>
            <a:t>.</a:t>
          </a:r>
        </a:p>
      </dsp:txBody>
      <dsp:txXfrm>
        <a:off x="0" y="496389"/>
        <a:ext cx="9621903" cy="2910600"/>
      </dsp:txXfrm>
    </dsp:sp>
    <dsp:sp modelId="{8AA327D4-F2CF-4AE0-90A7-D01FBC120DC3}">
      <dsp:nvSpPr>
        <dsp:cNvPr id="0" name=""/>
        <dsp:cNvSpPr/>
      </dsp:nvSpPr>
      <dsp:spPr>
        <a:xfrm>
          <a:off x="481095" y="9309"/>
          <a:ext cx="6735332" cy="9741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580" tIns="0" rIns="254580" bIns="0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Implementasi Praktis Manajemen Insiden dan Layanan Berdasarkan COBIT 2019</a:t>
          </a:r>
          <a:endParaRPr lang="en-US" sz="2400" b="1" kern="1200" dirty="0"/>
        </a:p>
      </dsp:txBody>
      <dsp:txXfrm>
        <a:off x="528650" y="56864"/>
        <a:ext cx="6640222" cy="879050"/>
      </dsp:txXfrm>
    </dsp:sp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6BE286-CDF3-49F3-86C7-C9C2FC4F6BE8}">
      <dsp:nvSpPr>
        <dsp:cNvPr id="0" name=""/>
        <dsp:cNvSpPr/>
      </dsp:nvSpPr>
      <dsp:spPr>
        <a:xfrm>
          <a:off x="0" y="496389"/>
          <a:ext cx="9621903" cy="2910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7" tIns="687324" rIns="746767" bIns="142240" numCol="1" spcCol="1270" anchor="t" anchorCtr="0">
          <a:noAutofit/>
        </a:bodyPr>
        <a:lstStyle/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 startAt="4"/>
          </a:pPr>
          <a:r>
            <a:rPr lang="en-US" sz="2000" b="1" kern="1200" dirty="0" err="1">
              <a:solidFill>
                <a:srgbClr val="FF0000"/>
              </a:solidFill>
            </a:rPr>
            <a:t>Memonitor</a:t>
          </a:r>
          <a:r>
            <a:rPr lang="en-US" sz="2000" b="1" kern="1200" dirty="0">
              <a:solidFill>
                <a:srgbClr val="FF0000"/>
              </a:solidFill>
            </a:rPr>
            <a:t> dan </a:t>
          </a:r>
          <a:r>
            <a:rPr lang="en-US" sz="2000" b="1" kern="1200" dirty="0" err="1">
              <a:solidFill>
                <a:srgbClr val="FF0000"/>
              </a:solidFill>
            </a:rPr>
            <a:t>Mengevaluasi</a:t>
          </a:r>
          <a:r>
            <a:rPr lang="en-US" sz="2000" b="1" kern="1200" dirty="0">
              <a:solidFill>
                <a:srgbClr val="FF0000"/>
              </a:solidFill>
            </a:rPr>
            <a:t> Kinerja:</a:t>
          </a:r>
        </a:p>
        <a:p>
          <a:pPr marL="457200" lvl="2" indent="-228600" algn="just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Courier New" panose="02070309020205020404" pitchFamily="49" charset="0"/>
            <a:buChar char="o"/>
          </a:pPr>
          <a:r>
            <a:rPr lang="en-US" sz="2000" b="1" kern="1200"/>
            <a:t>Menggunakan metrik kinerja seperti waktu respons, waktu penyelesaian, dan tingkat kepuasan pengguna untuk mengevaluasi efektivitas proses manajemen insiden dan layanan.</a:t>
          </a:r>
        </a:p>
        <a:p>
          <a:pPr marL="457200" lvl="2" indent="-228600" algn="just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Courier New" panose="02070309020205020404" pitchFamily="49" charset="0"/>
            <a:buChar char="o"/>
          </a:pPr>
          <a:r>
            <a:rPr lang="en-US" sz="2000" b="1" kern="1200"/>
            <a:t>Melakukan peninjauan berkala dan perbaikan berkelanjutan berdasarkan umpan balik dan analisis kinerja.</a:t>
          </a:r>
        </a:p>
      </dsp:txBody>
      <dsp:txXfrm>
        <a:off x="0" y="496389"/>
        <a:ext cx="9621903" cy="2910600"/>
      </dsp:txXfrm>
    </dsp:sp>
    <dsp:sp modelId="{8AA327D4-F2CF-4AE0-90A7-D01FBC120DC3}">
      <dsp:nvSpPr>
        <dsp:cNvPr id="0" name=""/>
        <dsp:cNvSpPr/>
      </dsp:nvSpPr>
      <dsp:spPr>
        <a:xfrm>
          <a:off x="481095" y="9309"/>
          <a:ext cx="6735332" cy="9741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580" tIns="0" rIns="254580" bIns="0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Implementasi Praktis Manajemen Insiden dan Layanan Berdasarkan COBIT 2019</a:t>
          </a:r>
          <a:endParaRPr lang="en-US" sz="2400" b="1" kern="1200" dirty="0"/>
        </a:p>
      </dsp:txBody>
      <dsp:txXfrm>
        <a:off x="528650" y="56864"/>
        <a:ext cx="6640222" cy="879050"/>
      </dsp:txXfrm>
    </dsp:sp>
  </dsp:spTree>
</dsp:drawing>
</file>

<file path=ppt/diagrams/drawing3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A982AC-F8D0-4260-8FC4-0BA3C8168F1E}">
      <dsp:nvSpPr>
        <dsp:cNvPr id="0" name=""/>
        <dsp:cNvSpPr/>
      </dsp:nvSpPr>
      <dsp:spPr>
        <a:xfrm>
          <a:off x="0" y="392665"/>
          <a:ext cx="9621903" cy="297044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7" tIns="479044" rIns="746767" bIns="163576" numCol="1" spcCol="1270" anchor="t" anchorCtr="0">
          <a:noAutofit/>
        </a:bodyPr>
        <a:lstStyle/>
        <a:p>
          <a:pPr marL="228600" lvl="1" indent="-228600" algn="just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b="1" kern="1200" dirty="0" err="1"/>
            <a:t>Sebuah</a:t>
          </a:r>
          <a:r>
            <a:rPr lang="en-US" sz="2300" b="1" kern="1200" dirty="0"/>
            <a:t> </a:t>
          </a:r>
          <a:r>
            <a:rPr lang="en-US" sz="2300" b="1" kern="1200" dirty="0" err="1"/>
            <a:t>perusahaan</a:t>
          </a:r>
          <a:r>
            <a:rPr lang="en-US" sz="2300" b="1" kern="1200" dirty="0"/>
            <a:t> </a:t>
          </a:r>
          <a:r>
            <a:rPr lang="en-US" sz="2300" b="1" kern="1200" dirty="0" err="1"/>
            <a:t>teknologi</a:t>
          </a:r>
          <a:r>
            <a:rPr lang="en-US" sz="2300" b="1" kern="1200" dirty="0"/>
            <a:t> </a:t>
          </a:r>
          <a:r>
            <a:rPr lang="en-US" sz="2300" b="1" kern="1200" dirty="0" err="1"/>
            <a:t>menghadapi</a:t>
          </a:r>
          <a:r>
            <a:rPr lang="en-US" sz="2300" b="1" kern="1200" dirty="0"/>
            <a:t> </a:t>
          </a:r>
          <a:r>
            <a:rPr lang="en-US" sz="2300" b="1" kern="1200" dirty="0" err="1"/>
            <a:t>peningkatan</a:t>
          </a:r>
          <a:r>
            <a:rPr lang="en-US" sz="2300" b="1" kern="1200" dirty="0"/>
            <a:t> </a:t>
          </a:r>
          <a:r>
            <a:rPr lang="en-US" sz="2300" b="1" kern="1200" dirty="0" err="1"/>
            <a:t>insiden</a:t>
          </a:r>
          <a:r>
            <a:rPr lang="en-US" sz="2300" b="1" kern="1200" dirty="0"/>
            <a:t> </a:t>
          </a:r>
          <a:r>
            <a:rPr lang="en-US" sz="2300" b="1" kern="1200" dirty="0" err="1"/>
            <a:t>terkait</a:t>
          </a:r>
          <a:r>
            <a:rPr lang="en-US" sz="2300" b="1" kern="1200" dirty="0"/>
            <a:t> </a:t>
          </a:r>
          <a:r>
            <a:rPr lang="en-US" sz="2300" b="1" kern="1200" dirty="0" err="1"/>
            <a:t>dengan</a:t>
          </a:r>
          <a:r>
            <a:rPr lang="en-US" sz="2300" b="1" kern="1200" dirty="0"/>
            <a:t> </a:t>
          </a:r>
          <a:r>
            <a:rPr lang="en-US" sz="2300" b="1" kern="1200" dirty="0" err="1"/>
            <a:t>infrastruktur</a:t>
          </a:r>
          <a:r>
            <a:rPr lang="en-US" sz="2300" b="1" kern="1200" dirty="0"/>
            <a:t> </a:t>
          </a:r>
          <a:r>
            <a:rPr lang="en-US" sz="2300" b="1" kern="1200" dirty="0" err="1"/>
            <a:t>jaringan</a:t>
          </a:r>
          <a:r>
            <a:rPr lang="en-US" sz="2300" b="1" kern="1200" dirty="0"/>
            <a:t> yang </a:t>
          </a:r>
          <a:r>
            <a:rPr lang="en-US" sz="2300" b="1" kern="1200" dirty="0" err="1"/>
            <a:t>menyebabkan</a:t>
          </a:r>
          <a:r>
            <a:rPr lang="en-US" sz="2300" b="1" kern="1200" dirty="0"/>
            <a:t> </a:t>
          </a:r>
          <a:r>
            <a:rPr lang="en-US" sz="2300" b="1" kern="1200" dirty="0" err="1"/>
            <a:t>gangguan</a:t>
          </a:r>
          <a:r>
            <a:rPr lang="en-US" sz="2300" b="1" kern="1200" dirty="0"/>
            <a:t> </a:t>
          </a:r>
          <a:r>
            <a:rPr lang="en-US" sz="2300" b="1" kern="1200" dirty="0" err="1"/>
            <a:t>layanan</a:t>
          </a:r>
          <a:r>
            <a:rPr lang="en-US" sz="2300" b="1" kern="1200" dirty="0"/>
            <a:t> </a:t>
          </a:r>
          <a:r>
            <a:rPr lang="en-US" sz="2300" b="1" kern="1200" dirty="0" err="1"/>
            <a:t>kepada</a:t>
          </a:r>
          <a:r>
            <a:rPr lang="en-US" sz="2300" b="1" kern="1200" dirty="0"/>
            <a:t> </a:t>
          </a:r>
          <a:r>
            <a:rPr lang="en-US" sz="2300" b="1" kern="1200" dirty="0" err="1"/>
            <a:t>pelanggan</a:t>
          </a:r>
          <a:r>
            <a:rPr lang="en-US" sz="2300" b="1" kern="1200" dirty="0"/>
            <a:t>. </a:t>
          </a:r>
        </a:p>
        <a:p>
          <a:pPr marL="228600" lvl="1" indent="-228600" algn="just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b="1" kern="1200" dirty="0" err="1"/>
            <a:t>Manajemen</a:t>
          </a:r>
          <a:r>
            <a:rPr lang="en-US" sz="2300" b="1" kern="1200" dirty="0"/>
            <a:t> </a:t>
          </a:r>
          <a:r>
            <a:rPr lang="en-US" sz="2300" b="1" kern="1200" dirty="0" err="1"/>
            <a:t>memutuskan</a:t>
          </a:r>
          <a:r>
            <a:rPr lang="en-US" sz="2300" b="1" kern="1200" dirty="0"/>
            <a:t> </a:t>
          </a:r>
          <a:r>
            <a:rPr lang="en-US" sz="2300" b="1" kern="1200" dirty="0" err="1"/>
            <a:t>untuk</a:t>
          </a:r>
          <a:r>
            <a:rPr lang="en-US" sz="2300" b="1" kern="1200" dirty="0"/>
            <a:t> </a:t>
          </a:r>
          <a:r>
            <a:rPr lang="en-US" sz="2300" b="1" kern="1200" dirty="0" err="1"/>
            <a:t>mengadopsi</a:t>
          </a:r>
          <a:r>
            <a:rPr lang="en-US" sz="2300" b="1" kern="1200" dirty="0"/>
            <a:t> COBIT 2019 </a:t>
          </a:r>
          <a:r>
            <a:rPr lang="en-US" sz="2300" b="1" kern="1200" dirty="0" err="1"/>
            <a:t>untuk</a:t>
          </a:r>
          <a:r>
            <a:rPr lang="en-US" sz="2300" b="1" kern="1200" dirty="0"/>
            <a:t> </a:t>
          </a:r>
          <a:r>
            <a:rPr lang="en-US" sz="2300" b="1" kern="1200" dirty="0" err="1"/>
            <a:t>memperbaiki</a:t>
          </a:r>
          <a:r>
            <a:rPr lang="en-US" sz="2300" b="1" kern="1200" dirty="0"/>
            <a:t> proses </a:t>
          </a:r>
          <a:r>
            <a:rPr lang="en-US" sz="2300" b="1" kern="1200" dirty="0" err="1"/>
            <a:t>manajemen</a:t>
          </a:r>
          <a:r>
            <a:rPr lang="en-US" sz="2300" b="1" kern="1200" dirty="0"/>
            <a:t> </a:t>
          </a:r>
          <a:r>
            <a:rPr lang="en-US" sz="2300" b="1" kern="1200" dirty="0" err="1"/>
            <a:t>insiden</a:t>
          </a:r>
          <a:r>
            <a:rPr lang="en-US" sz="2300" b="1" kern="1200" dirty="0"/>
            <a:t> </a:t>
          </a:r>
          <a:r>
            <a:rPr lang="en-US" sz="2300" b="1" kern="1200" dirty="0" err="1"/>
            <a:t>mereka</a:t>
          </a:r>
          <a:r>
            <a:rPr lang="en-US" sz="2300" b="1" kern="1200" dirty="0"/>
            <a:t>.</a:t>
          </a:r>
        </a:p>
      </dsp:txBody>
      <dsp:txXfrm>
        <a:off x="0" y="392665"/>
        <a:ext cx="9621903" cy="2970449"/>
      </dsp:txXfrm>
    </dsp:sp>
    <dsp:sp modelId="{140704EE-00D9-41DC-9E33-B462E1C52B46}">
      <dsp:nvSpPr>
        <dsp:cNvPr id="0" name=""/>
        <dsp:cNvSpPr/>
      </dsp:nvSpPr>
      <dsp:spPr>
        <a:xfrm>
          <a:off x="481095" y="53185"/>
          <a:ext cx="6735332" cy="6789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580" tIns="0" rIns="254580" bIns="0" numCol="1" spcCol="1270" anchor="ctr" anchorCtr="0">
          <a:noAutofit/>
        </a:bodyPr>
        <a:lstStyle/>
        <a:p>
          <a:pPr marL="0" lvl="0" indent="0" algn="just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 err="1"/>
            <a:t>Latar</a:t>
          </a:r>
          <a:r>
            <a:rPr lang="en-US" sz="2300" b="1" kern="1200" dirty="0"/>
            <a:t> </a:t>
          </a:r>
          <a:r>
            <a:rPr lang="en-US" sz="2300" b="1" kern="1200" dirty="0" err="1"/>
            <a:t>Belakang</a:t>
          </a:r>
          <a:r>
            <a:rPr lang="en-US" sz="2300" b="1" kern="1200" dirty="0"/>
            <a:t>:</a:t>
          </a:r>
        </a:p>
      </dsp:txBody>
      <dsp:txXfrm>
        <a:off x="514239" y="86329"/>
        <a:ext cx="6669044" cy="612672"/>
      </dsp:txXfrm>
    </dsp:sp>
  </dsp:spTree>
</dsp:drawing>
</file>

<file path=ppt/diagrams/drawing3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A982AC-F8D0-4260-8FC4-0BA3C8168F1E}">
      <dsp:nvSpPr>
        <dsp:cNvPr id="0" name=""/>
        <dsp:cNvSpPr/>
      </dsp:nvSpPr>
      <dsp:spPr>
        <a:xfrm>
          <a:off x="0" y="380560"/>
          <a:ext cx="9621903" cy="29799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7" tIns="458216" rIns="746767" bIns="156464" numCol="1" spcCol="1270" anchor="t" anchorCtr="0">
          <a:noAutofit/>
        </a:bodyPr>
        <a:lstStyle/>
        <a:p>
          <a:pPr marL="228600" lvl="1" indent="-228600" algn="just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US" sz="2200" b="1" kern="1200" dirty="0" err="1">
              <a:solidFill>
                <a:srgbClr val="FF0000"/>
              </a:solidFill>
            </a:rPr>
            <a:t>Pembentukan</a:t>
          </a:r>
          <a:r>
            <a:rPr lang="en-US" sz="2200" b="1" kern="1200" dirty="0">
              <a:solidFill>
                <a:srgbClr val="FF0000"/>
              </a:solidFill>
            </a:rPr>
            <a:t> Tim </a:t>
          </a:r>
          <a:r>
            <a:rPr lang="en-US" sz="2200" b="1" kern="1200" dirty="0" err="1">
              <a:solidFill>
                <a:srgbClr val="FF0000"/>
              </a:solidFill>
            </a:rPr>
            <a:t>Manajemen</a:t>
          </a:r>
          <a:r>
            <a:rPr lang="en-US" sz="2200" b="1" kern="1200" dirty="0">
              <a:solidFill>
                <a:srgbClr val="FF0000"/>
              </a:solidFill>
            </a:rPr>
            <a:t> </a:t>
          </a:r>
          <a:r>
            <a:rPr lang="en-US" sz="2200" b="1" kern="1200" dirty="0" err="1">
              <a:solidFill>
                <a:srgbClr val="FF0000"/>
              </a:solidFill>
            </a:rPr>
            <a:t>Insiden</a:t>
          </a:r>
          <a:r>
            <a:rPr lang="en-US" sz="2200" b="1" kern="1200" dirty="0">
              <a:solidFill>
                <a:srgbClr val="FF0000"/>
              </a:solidFill>
            </a:rPr>
            <a:t>:</a:t>
          </a:r>
        </a:p>
        <a:p>
          <a:pPr marL="457200" lvl="2" indent="-228600" algn="just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Courier New" panose="02070309020205020404" pitchFamily="49" charset="0"/>
            <a:buChar char="o"/>
          </a:pPr>
          <a:r>
            <a:rPr lang="en-US" sz="2200" b="1" kern="1200"/>
            <a:t>Menunjuk tim khusus yang bertanggung jawab untuk menangani semua insiden jaringan.</a:t>
          </a:r>
        </a:p>
        <a:p>
          <a:pPr marL="228600" lvl="1" indent="-228600" algn="just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US" sz="2200" b="1" kern="1200" dirty="0" err="1">
              <a:solidFill>
                <a:srgbClr val="FF0000"/>
              </a:solidFill>
            </a:rPr>
            <a:t>Pengembangan</a:t>
          </a:r>
          <a:r>
            <a:rPr lang="en-US" sz="2200" b="1" kern="1200" dirty="0">
              <a:solidFill>
                <a:srgbClr val="FF0000"/>
              </a:solidFill>
            </a:rPr>
            <a:t> </a:t>
          </a:r>
          <a:r>
            <a:rPr lang="en-US" sz="2200" b="1" kern="1200" dirty="0" err="1">
              <a:solidFill>
                <a:srgbClr val="FF0000"/>
              </a:solidFill>
            </a:rPr>
            <a:t>Prosedur</a:t>
          </a:r>
          <a:r>
            <a:rPr lang="en-US" sz="2200" b="1" kern="1200" dirty="0">
              <a:solidFill>
                <a:srgbClr val="FF0000"/>
              </a:solidFill>
            </a:rPr>
            <a:t> </a:t>
          </a:r>
          <a:r>
            <a:rPr lang="en-US" sz="2200" b="1" kern="1200" dirty="0" err="1">
              <a:solidFill>
                <a:srgbClr val="FF0000"/>
              </a:solidFill>
            </a:rPr>
            <a:t>Standar</a:t>
          </a:r>
          <a:r>
            <a:rPr lang="en-US" sz="2200" b="1" kern="1200" dirty="0">
              <a:solidFill>
                <a:srgbClr val="FF0000"/>
              </a:solidFill>
            </a:rPr>
            <a:t>:</a:t>
          </a:r>
        </a:p>
        <a:p>
          <a:pPr marL="457200" lvl="2" indent="-228600" algn="just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Courier New" panose="02070309020205020404" pitchFamily="49" charset="0"/>
            <a:buChar char="o"/>
          </a:pPr>
          <a:r>
            <a:rPr lang="en-US" sz="2200" b="1" kern="1200"/>
            <a:t>Menetapkan prosedur untuk menerima laporan insiden, mengklasifikasikan insiden berdasarkan tingkat keparahan, dan menetapkan prioritas penanganan.</a:t>
          </a:r>
        </a:p>
      </dsp:txBody>
      <dsp:txXfrm>
        <a:off x="0" y="380560"/>
        <a:ext cx="9621903" cy="2979900"/>
      </dsp:txXfrm>
    </dsp:sp>
    <dsp:sp modelId="{140704EE-00D9-41DC-9E33-B462E1C52B46}">
      <dsp:nvSpPr>
        <dsp:cNvPr id="0" name=""/>
        <dsp:cNvSpPr/>
      </dsp:nvSpPr>
      <dsp:spPr>
        <a:xfrm>
          <a:off x="481095" y="55840"/>
          <a:ext cx="6735332" cy="6494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580" tIns="0" rIns="254580" bIns="0" numCol="1" spcCol="1270" anchor="ctr" anchorCtr="0">
          <a:noAutofit/>
        </a:bodyPr>
        <a:lstStyle/>
        <a:p>
          <a:pPr marL="0" lvl="0" indent="0" algn="just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Langkah Implementasi:</a:t>
          </a:r>
          <a:endParaRPr lang="en-US" sz="2200" b="1" kern="1200" dirty="0"/>
        </a:p>
      </dsp:txBody>
      <dsp:txXfrm>
        <a:off x="512798" y="87543"/>
        <a:ext cx="6671926" cy="586034"/>
      </dsp:txXfrm>
    </dsp:sp>
  </dsp:spTree>
</dsp:drawing>
</file>

<file path=ppt/diagrams/drawing3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A982AC-F8D0-4260-8FC4-0BA3C8168F1E}">
      <dsp:nvSpPr>
        <dsp:cNvPr id="0" name=""/>
        <dsp:cNvSpPr/>
      </dsp:nvSpPr>
      <dsp:spPr>
        <a:xfrm>
          <a:off x="0" y="301394"/>
          <a:ext cx="9621903" cy="34114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7" tIns="395732" rIns="746767" bIns="135128" numCol="1" spcCol="1270" anchor="t" anchorCtr="0">
          <a:noAutofit/>
        </a:bodyPr>
        <a:lstStyle/>
        <a:p>
          <a:pPr marL="171450" lvl="1" indent="-171450" algn="just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 startAt="3"/>
          </a:pPr>
          <a:r>
            <a:rPr lang="en-US" sz="1900" b="1" kern="1200" dirty="0" err="1">
              <a:solidFill>
                <a:srgbClr val="FF0000"/>
              </a:solidFill>
            </a:rPr>
            <a:t>Penggunaan</a:t>
          </a:r>
          <a:r>
            <a:rPr lang="en-US" sz="1900" b="1" kern="1200" dirty="0">
              <a:solidFill>
                <a:srgbClr val="FF0000"/>
              </a:solidFill>
            </a:rPr>
            <a:t> Alat </a:t>
          </a:r>
          <a:r>
            <a:rPr lang="en-US" sz="1900" b="1" kern="1200" dirty="0" err="1">
              <a:solidFill>
                <a:srgbClr val="FF0000"/>
              </a:solidFill>
            </a:rPr>
            <a:t>Manajemen</a:t>
          </a:r>
          <a:r>
            <a:rPr lang="en-US" sz="1900" b="1" kern="1200" dirty="0">
              <a:solidFill>
                <a:srgbClr val="FF0000"/>
              </a:solidFill>
            </a:rPr>
            <a:t> </a:t>
          </a:r>
          <a:r>
            <a:rPr lang="en-US" sz="1900" b="1" kern="1200" dirty="0" err="1">
              <a:solidFill>
                <a:srgbClr val="FF0000"/>
              </a:solidFill>
            </a:rPr>
            <a:t>Insiden</a:t>
          </a:r>
          <a:r>
            <a:rPr lang="en-US" sz="1900" b="1" kern="1200" dirty="0">
              <a:solidFill>
                <a:srgbClr val="FF0000"/>
              </a:solidFill>
            </a:rPr>
            <a:t>:</a:t>
          </a:r>
        </a:p>
        <a:p>
          <a:pPr marL="342900" lvl="2" indent="-171450" algn="just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Courier New" panose="02070309020205020404" pitchFamily="49" charset="0"/>
            <a:buChar char="o"/>
          </a:pPr>
          <a:r>
            <a:rPr lang="en-US" sz="1900" b="1" kern="1200"/>
            <a:t>Mengimplementasikan alat manajemen insiden yang memungkinkan pencatatan, pelacakan, dan pemantauan insiden secara real-time.</a:t>
          </a:r>
        </a:p>
        <a:p>
          <a:pPr marL="171450" lvl="1" indent="-171450" algn="just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 startAt="4"/>
          </a:pPr>
          <a:r>
            <a:rPr lang="en-US" sz="1900" b="1" kern="1200" dirty="0" err="1">
              <a:solidFill>
                <a:srgbClr val="FF0000"/>
              </a:solidFill>
            </a:rPr>
            <a:t>Pelatihan</a:t>
          </a:r>
          <a:r>
            <a:rPr lang="en-US" sz="1900" b="1" kern="1200" dirty="0">
              <a:solidFill>
                <a:srgbClr val="FF0000"/>
              </a:solidFill>
            </a:rPr>
            <a:t> dan </a:t>
          </a:r>
          <a:r>
            <a:rPr lang="en-US" sz="1900" b="1" kern="1200" dirty="0" err="1">
              <a:solidFill>
                <a:srgbClr val="FF0000"/>
              </a:solidFill>
            </a:rPr>
            <a:t>Komunikasi</a:t>
          </a:r>
          <a:r>
            <a:rPr lang="en-US" sz="1900" b="1" kern="1200" dirty="0">
              <a:solidFill>
                <a:srgbClr val="FF0000"/>
              </a:solidFill>
            </a:rPr>
            <a:t>:</a:t>
          </a:r>
        </a:p>
        <a:p>
          <a:pPr marL="342900" lvl="2" indent="-171450" algn="just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Courier New" panose="02070309020205020404" pitchFamily="49" charset="0"/>
            <a:buChar char="o"/>
          </a:pPr>
          <a:r>
            <a:rPr lang="en-US" sz="1900" b="1" kern="1200"/>
            <a:t>Melatih semua staf tentang prosedur baru dan bagaimana menggunakan alat manajemen insiden.</a:t>
          </a:r>
        </a:p>
        <a:p>
          <a:pPr marL="342900" lvl="2" indent="-171450" algn="just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Courier New" panose="02070309020205020404" pitchFamily="49" charset="0"/>
            <a:buChar char="o"/>
          </a:pPr>
          <a:r>
            <a:rPr lang="it-IT" sz="1900" b="1" kern="1200"/>
            <a:t>Mengkomunikasikan prosedur kepada semua pengguna untuk memastikan mereka tahu cara melaporkan insiden dengan benar.</a:t>
          </a:r>
          <a:endParaRPr lang="en-US" sz="1900" b="1" kern="1200"/>
        </a:p>
      </dsp:txBody>
      <dsp:txXfrm>
        <a:off x="0" y="301394"/>
        <a:ext cx="9621903" cy="3411450"/>
      </dsp:txXfrm>
    </dsp:sp>
    <dsp:sp modelId="{140704EE-00D9-41DC-9E33-B462E1C52B46}">
      <dsp:nvSpPr>
        <dsp:cNvPr id="0" name=""/>
        <dsp:cNvSpPr/>
      </dsp:nvSpPr>
      <dsp:spPr>
        <a:xfrm>
          <a:off x="481095" y="20954"/>
          <a:ext cx="6735332" cy="5608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580" tIns="0" rIns="254580" bIns="0" numCol="1" spcCol="1270" anchor="ctr" anchorCtr="0">
          <a:noAutofit/>
        </a:bodyPr>
        <a:lstStyle/>
        <a:p>
          <a:pPr marL="0" lvl="0" indent="0" algn="just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Langkah Implementasi:</a:t>
          </a:r>
          <a:endParaRPr lang="en-US" sz="1900" b="1" kern="1200" dirty="0"/>
        </a:p>
      </dsp:txBody>
      <dsp:txXfrm>
        <a:off x="508475" y="48334"/>
        <a:ext cx="6680572" cy="506120"/>
      </dsp:txXfrm>
    </dsp:sp>
  </dsp:spTree>
</dsp:drawing>
</file>

<file path=ppt/diagrams/drawing3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FFE4D0-F991-455B-A47A-63962B509EFB}">
      <dsp:nvSpPr>
        <dsp:cNvPr id="0" name=""/>
        <dsp:cNvSpPr/>
      </dsp:nvSpPr>
      <dsp:spPr>
        <a:xfrm>
          <a:off x="0" y="210240"/>
          <a:ext cx="9621903" cy="27799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just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 dirty="0" err="1"/>
            <a:t>Dengan</a:t>
          </a:r>
          <a:r>
            <a:rPr lang="en-US" sz="2700" b="1" kern="1200" dirty="0"/>
            <a:t> </a:t>
          </a:r>
          <a:r>
            <a:rPr lang="en-US" sz="2700" b="1" kern="1200" dirty="0" err="1"/>
            <a:t>memahami</a:t>
          </a:r>
          <a:r>
            <a:rPr lang="en-US" sz="2700" b="1" kern="1200" dirty="0"/>
            <a:t> dan </a:t>
          </a:r>
          <a:r>
            <a:rPr lang="en-US" sz="2700" b="1" kern="1200" dirty="0" err="1"/>
            <a:t>mengimplementasikan</a:t>
          </a:r>
          <a:r>
            <a:rPr lang="en-US" sz="2700" b="1" kern="1200" dirty="0"/>
            <a:t> </a:t>
          </a:r>
          <a:r>
            <a:rPr lang="en-US" sz="2700" b="1" kern="1200" dirty="0" err="1"/>
            <a:t>prinsip-prinsip</a:t>
          </a:r>
          <a:r>
            <a:rPr lang="en-US" sz="2700" b="1" kern="1200" dirty="0"/>
            <a:t> </a:t>
          </a:r>
          <a:r>
            <a:rPr lang="en-US" sz="2700" b="1" kern="1200" dirty="0" err="1"/>
            <a:t>manajemen</a:t>
          </a:r>
          <a:r>
            <a:rPr lang="en-US" sz="2700" b="1" kern="1200" dirty="0"/>
            <a:t> </a:t>
          </a:r>
          <a:r>
            <a:rPr lang="en-US" sz="2700" b="1" kern="1200" dirty="0" err="1"/>
            <a:t>insiden</a:t>
          </a:r>
          <a:r>
            <a:rPr lang="en-US" sz="2700" b="1" kern="1200" dirty="0"/>
            <a:t> dan </a:t>
          </a:r>
          <a:r>
            <a:rPr lang="en-US" sz="2700" b="1" kern="1200" dirty="0" err="1"/>
            <a:t>layanan</a:t>
          </a:r>
          <a:r>
            <a:rPr lang="en-US" sz="2700" b="1" kern="1200" dirty="0"/>
            <a:t> </a:t>
          </a:r>
          <a:r>
            <a:rPr lang="en-US" sz="2700" b="1" kern="1200" dirty="0" err="1"/>
            <a:t>dalam</a:t>
          </a:r>
          <a:r>
            <a:rPr lang="en-US" sz="2700" b="1" kern="1200" dirty="0"/>
            <a:t> domain DSS COBIT 2019, </a:t>
          </a:r>
          <a:r>
            <a:rPr lang="en-US" sz="2700" b="1" kern="1200" dirty="0" err="1"/>
            <a:t>organisasi</a:t>
          </a:r>
          <a:r>
            <a:rPr lang="en-US" sz="2700" b="1" kern="1200" dirty="0"/>
            <a:t> </a:t>
          </a:r>
          <a:r>
            <a:rPr lang="en-US" sz="2700" b="1" kern="1200" dirty="0" err="1"/>
            <a:t>dapat</a:t>
          </a:r>
          <a:r>
            <a:rPr lang="en-US" sz="2700" b="1" kern="1200" dirty="0"/>
            <a:t> </a:t>
          </a:r>
          <a:r>
            <a:rPr lang="en-US" sz="2700" b="1" kern="1200" dirty="0" err="1"/>
            <a:t>memastikan</a:t>
          </a:r>
          <a:r>
            <a:rPr lang="en-US" sz="2700" b="1" kern="1200" dirty="0"/>
            <a:t> </a:t>
          </a:r>
          <a:r>
            <a:rPr lang="en-US" sz="2700" b="1" kern="1200" dirty="0" err="1"/>
            <a:t>bahwa</a:t>
          </a:r>
          <a:r>
            <a:rPr lang="en-US" sz="2700" b="1" kern="1200" dirty="0"/>
            <a:t> </a:t>
          </a:r>
          <a:r>
            <a:rPr lang="en-US" sz="2700" b="1" kern="1200" dirty="0" err="1"/>
            <a:t>mereka</a:t>
          </a:r>
          <a:r>
            <a:rPr lang="en-US" sz="2700" b="1" kern="1200" dirty="0"/>
            <a:t> </a:t>
          </a:r>
          <a:r>
            <a:rPr lang="en-US" sz="2700" b="1" kern="1200" dirty="0" err="1"/>
            <a:t>dapat</a:t>
          </a:r>
          <a:r>
            <a:rPr lang="en-US" sz="2700" b="1" kern="1200" dirty="0"/>
            <a:t> </a:t>
          </a:r>
          <a:r>
            <a:rPr lang="en-US" sz="2700" b="1" kern="1200" dirty="0" err="1"/>
            <a:t>merespons</a:t>
          </a:r>
          <a:r>
            <a:rPr lang="en-US" sz="2700" b="1" kern="1200" dirty="0"/>
            <a:t> dan </a:t>
          </a:r>
          <a:r>
            <a:rPr lang="en-US" sz="2700" b="1" kern="1200" dirty="0" err="1"/>
            <a:t>menyelesaikan</a:t>
          </a:r>
          <a:r>
            <a:rPr lang="en-US" sz="2700" b="1" kern="1200" dirty="0"/>
            <a:t> </a:t>
          </a:r>
          <a:r>
            <a:rPr lang="en-US" sz="2700" b="1" kern="1200" dirty="0" err="1"/>
            <a:t>insiden</a:t>
          </a:r>
          <a:r>
            <a:rPr lang="en-US" sz="2700" b="1" kern="1200" dirty="0"/>
            <a:t> </a:t>
          </a:r>
          <a:r>
            <a:rPr lang="en-US" sz="2700" b="1" kern="1200" dirty="0" err="1"/>
            <a:t>dengan</a:t>
          </a:r>
          <a:r>
            <a:rPr lang="en-US" sz="2700" b="1" kern="1200" dirty="0"/>
            <a:t> </a:t>
          </a:r>
          <a:r>
            <a:rPr lang="en-US" sz="2700" b="1" kern="1200" dirty="0" err="1"/>
            <a:t>cepat</a:t>
          </a:r>
          <a:r>
            <a:rPr lang="en-US" sz="2700" b="1" kern="1200" dirty="0"/>
            <a:t>, </a:t>
          </a:r>
          <a:r>
            <a:rPr lang="en-US" sz="2700" b="1" kern="1200" dirty="0" err="1"/>
            <a:t>mendukung</a:t>
          </a:r>
          <a:r>
            <a:rPr lang="en-US" sz="2700" b="1" kern="1200" dirty="0"/>
            <a:t> </a:t>
          </a:r>
          <a:r>
            <a:rPr lang="en-US" sz="2700" b="1" kern="1200" dirty="0" err="1"/>
            <a:t>operasi</a:t>
          </a:r>
          <a:r>
            <a:rPr lang="en-US" sz="2700" b="1" kern="1200" dirty="0"/>
            <a:t> </a:t>
          </a:r>
          <a:r>
            <a:rPr lang="en-US" sz="2700" b="1" kern="1200" dirty="0" err="1"/>
            <a:t>bisnis</a:t>
          </a:r>
          <a:r>
            <a:rPr lang="en-US" sz="2700" b="1" kern="1200" dirty="0"/>
            <a:t>, dan </a:t>
          </a:r>
          <a:r>
            <a:rPr lang="en-US" sz="2700" b="1" kern="1200" dirty="0" err="1"/>
            <a:t>meningkatkan</a:t>
          </a:r>
          <a:r>
            <a:rPr lang="en-US" sz="2700" b="1" kern="1200" dirty="0"/>
            <a:t> </a:t>
          </a:r>
          <a:r>
            <a:rPr lang="en-US" sz="2700" b="1" kern="1200" dirty="0" err="1"/>
            <a:t>kepuasan</a:t>
          </a:r>
          <a:r>
            <a:rPr lang="en-US" sz="2700" b="1" kern="1200" dirty="0"/>
            <a:t> </a:t>
          </a:r>
          <a:r>
            <a:rPr lang="en-US" sz="2700" b="1" kern="1200" dirty="0" err="1"/>
            <a:t>pengguna</a:t>
          </a:r>
          <a:r>
            <a:rPr lang="en-US" sz="2700" b="1" kern="1200" dirty="0"/>
            <a:t>.</a:t>
          </a:r>
        </a:p>
      </dsp:txBody>
      <dsp:txXfrm>
        <a:off x="135705" y="345945"/>
        <a:ext cx="9350493" cy="2508510"/>
      </dsp:txXfrm>
    </dsp:sp>
  </dsp:spTree>
</dsp:drawing>
</file>

<file path=ppt/diagrams/drawing3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8A0F5F-B3D9-4363-8E8F-DE72CEE610FB}">
      <dsp:nvSpPr>
        <dsp:cNvPr id="0" name=""/>
        <dsp:cNvSpPr/>
      </dsp:nvSpPr>
      <dsp:spPr>
        <a:xfrm>
          <a:off x="0" y="315554"/>
          <a:ext cx="9621903" cy="8977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7" tIns="395732" rIns="746767" bIns="99568" numCol="1" spcCol="1270" anchor="t" anchorCtr="0">
          <a:noAutofit/>
        </a:bodyPr>
        <a:lstStyle/>
        <a:p>
          <a:pPr marL="114300" lvl="1" indent="-114300" algn="just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None/>
          </a:pPr>
          <a:r>
            <a:rPr lang="en-US" sz="1400" b="1" kern="1200" dirty="0" err="1"/>
            <a:t>Buku</a:t>
          </a:r>
          <a:r>
            <a:rPr lang="en-US" sz="1400" b="1" kern="1200" dirty="0"/>
            <a:t> </a:t>
          </a:r>
          <a:r>
            <a:rPr lang="en-US" sz="1400" b="1" kern="1200" dirty="0" err="1"/>
            <a:t>ini</a:t>
          </a:r>
          <a:r>
            <a:rPr lang="en-US" sz="1400" b="1" kern="1200" dirty="0"/>
            <a:t> </a:t>
          </a:r>
          <a:r>
            <a:rPr lang="en-US" sz="1400" b="1" kern="1200" dirty="0" err="1"/>
            <a:t>memberikan</a:t>
          </a:r>
          <a:r>
            <a:rPr lang="en-US" sz="1400" b="1" kern="1200" dirty="0"/>
            <a:t> </a:t>
          </a:r>
          <a:r>
            <a:rPr lang="en-US" sz="1400" b="1" kern="1200" dirty="0" err="1"/>
            <a:t>panduan</a:t>
          </a:r>
          <a:r>
            <a:rPr lang="en-US" sz="1400" b="1" kern="1200" dirty="0"/>
            <a:t> </a:t>
          </a:r>
          <a:r>
            <a:rPr lang="en-US" sz="1400" b="1" kern="1200" dirty="0" err="1"/>
            <a:t>rinci</a:t>
          </a:r>
          <a:r>
            <a:rPr lang="en-US" sz="1400" b="1" kern="1200" dirty="0"/>
            <a:t> </a:t>
          </a:r>
          <a:r>
            <a:rPr lang="en-US" sz="1400" b="1" kern="1200" dirty="0" err="1"/>
            <a:t>tentang</a:t>
          </a:r>
          <a:r>
            <a:rPr lang="en-US" sz="1400" b="1" kern="1200" dirty="0"/>
            <a:t> </a:t>
          </a:r>
          <a:r>
            <a:rPr lang="en-US" sz="1400" b="1" kern="1200" dirty="0" err="1"/>
            <a:t>tujuan</a:t>
          </a:r>
          <a:r>
            <a:rPr lang="en-US" sz="1400" b="1" kern="1200" dirty="0"/>
            <a:t> tata </a:t>
          </a:r>
          <a:r>
            <a:rPr lang="en-US" sz="1400" b="1" kern="1200" dirty="0" err="1"/>
            <a:t>kelola</a:t>
          </a:r>
          <a:r>
            <a:rPr lang="en-US" sz="1400" b="1" kern="1200" dirty="0"/>
            <a:t> dan </a:t>
          </a:r>
          <a:r>
            <a:rPr lang="en-US" sz="1400" b="1" kern="1200" dirty="0" err="1"/>
            <a:t>manajemen</a:t>
          </a:r>
          <a:r>
            <a:rPr lang="en-US" sz="1400" b="1" kern="1200" dirty="0"/>
            <a:t> </a:t>
          </a:r>
          <a:r>
            <a:rPr lang="en-US" sz="1400" b="1" kern="1200" dirty="0" err="1"/>
            <a:t>dalam</a:t>
          </a:r>
          <a:r>
            <a:rPr lang="en-US" sz="1400" b="1" kern="1200" dirty="0"/>
            <a:t> COBIT 2019, </a:t>
          </a:r>
          <a:r>
            <a:rPr lang="en-US" sz="1400" b="1" kern="1200" dirty="0" err="1"/>
            <a:t>termasuk</a:t>
          </a:r>
          <a:r>
            <a:rPr lang="en-US" sz="1400" b="1" kern="1200" dirty="0"/>
            <a:t> proses-proses </a:t>
          </a:r>
          <a:r>
            <a:rPr lang="en-US" sz="1400" b="1" kern="1200" dirty="0" err="1"/>
            <a:t>dalam</a:t>
          </a:r>
          <a:r>
            <a:rPr lang="en-US" sz="1400" b="1" kern="1200" dirty="0"/>
            <a:t> domain DSS.</a:t>
          </a:r>
        </a:p>
      </dsp:txBody>
      <dsp:txXfrm>
        <a:off x="0" y="315554"/>
        <a:ext cx="9621903" cy="897750"/>
      </dsp:txXfrm>
    </dsp:sp>
    <dsp:sp modelId="{98677B81-6A70-4E07-A740-FC6725975643}">
      <dsp:nvSpPr>
        <dsp:cNvPr id="0" name=""/>
        <dsp:cNvSpPr/>
      </dsp:nvSpPr>
      <dsp:spPr>
        <a:xfrm>
          <a:off x="481095" y="35114"/>
          <a:ext cx="6735332" cy="5608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580" tIns="0" rIns="254580" bIns="0" numCol="1" spcCol="1270" anchor="ctr" anchorCtr="0">
          <a:noAutofit/>
        </a:bodyPr>
        <a:lstStyle/>
        <a:p>
          <a:pPr marL="0" lvl="0" indent="0" algn="just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1400" b="1" kern="1200" dirty="0"/>
            <a:t>COBIT 2019 Framework: Governance and Management Objectives, ISACA -</a:t>
          </a:r>
        </a:p>
      </dsp:txBody>
      <dsp:txXfrm>
        <a:off x="508475" y="62494"/>
        <a:ext cx="6680572" cy="506120"/>
      </dsp:txXfrm>
    </dsp:sp>
    <dsp:sp modelId="{9BCF4D50-B0D8-4A06-B0BA-B7DE80BE6294}">
      <dsp:nvSpPr>
        <dsp:cNvPr id="0" name=""/>
        <dsp:cNvSpPr/>
      </dsp:nvSpPr>
      <dsp:spPr>
        <a:xfrm>
          <a:off x="0" y="1596345"/>
          <a:ext cx="9621903" cy="8977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7" tIns="395732" rIns="746767" bIns="99568" numCol="1" spcCol="1270" anchor="t" anchorCtr="0">
          <a:noAutofit/>
        </a:bodyPr>
        <a:lstStyle/>
        <a:p>
          <a:pPr marL="114300" lvl="1" indent="-114300" algn="just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None/>
          </a:pPr>
          <a:r>
            <a:rPr lang="en-US" sz="1400" b="1" kern="1200" dirty="0"/>
            <a:t>Panduan </a:t>
          </a:r>
          <a:r>
            <a:rPr lang="en-US" sz="1400" b="1" kern="1200" dirty="0" err="1"/>
            <a:t>ini</a:t>
          </a:r>
          <a:r>
            <a:rPr lang="en-US" sz="1400" b="1" kern="1200" dirty="0"/>
            <a:t> </a:t>
          </a:r>
          <a:r>
            <a:rPr lang="en-US" sz="1400" b="1" kern="1200" dirty="0" err="1"/>
            <a:t>membantu</a:t>
          </a:r>
          <a:r>
            <a:rPr lang="en-US" sz="1400" b="1" kern="1200" dirty="0"/>
            <a:t> </a:t>
          </a:r>
          <a:r>
            <a:rPr lang="en-US" sz="1400" b="1" kern="1200" dirty="0" err="1"/>
            <a:t>dalam</a:t>
          </a:r>
          <a:r>
            <a:rPr lang="en-US" sz="1400" b="1" kern="1200" dirty="0"/>
            <a:t> </a:t>
          </a:r>
          <a:r>
            <a:rPr lang="en-US" sz="1400" b="1" kern="1200" dirty="0" err="1"/>
            <a:t>merancang</a:t>
          </a:r>
          <a:r>
            <a:rPr lang="en-US" sz="1400" b="1" kern="1200" dirty="0"/>
            <a:t> </a:t>
          </a:r>
          <a:r>
            <a:rPr lang="en-US" sz="1400" b="1" kern="1200" dirty="0" err="1"/>
            <a:t>solusi</a:t>
          </a:r>
          <a:r>
            <a:rPr lang="en-US" sz="1400" b="1" kern="1200" dirty="0"/>
            <a:t> tata </a:t>
          </a:r>
          <a:r>
            <a:rPr lang="en-US" sz="1400" b="1" kern="1200" dirty="0" err="1"/>
            <a:t>kelola</a:t>
          </a:r>
          <a:r>
            <a:rPr lang="en-US" sz="1400" b="1" kern="1200" dirty="0"/>
            <a:t> TI yang </a:t>
          </a:r>
          <a:r>
            <a:rPr lang="en-US" sz="1400" b="1" kern="1200" dirty="0" err="1"/>
            <a:t>sesuai</a:t>
          </a:r>
          <a:r>
            <a:rPr lang="en-US" sz="1400" b="1" kern="1200" dirty="0"/>
            <a:t> </a:t>
          </a:r>
          <a:r>
            <a:rPr lang="en-US" sz="1400" b="1" kern="1200" dirty="0" err="1"/>
            <a:t>dengan</a:t>
          </a:r>
          <a:r>
            <a:rPr lang="en-US" sz="1400" b="1" kern="1200" dirty="0"/>
            <a:t> </a:t>
          </a:r>
          <a:r>
            <a:rPr lang="en-US" sz="1400" b="1" kern="1200" dirty="0" err="1"/>
            <a:t>kebutuhan</a:t>
          </a:r>
          <a:r>
            <a:rPr lang="en-US" sz="1400" b="1" kern="1200" dirty="0"/>
            <a:t> </a:t>
          </a:r>
          <a:r>
            <a:rPr lang="en-US" sz="1400" b="1" kern="1200" dirty="0" err="1"/>
            <a:t>spesifik</a:t>
          </a:r>
          <a:r>
            <a:rPr lang="en-US" sz="1400" b="1" kern="1200" dirty="0"/>
            <a:t> </a:t>
          </a:r>
          <a:r>
            <a:rPr lang="en-US" sz="1400" b="1" kern="1200" dirty="0" err="1"/>
            <a:t>organisasi</a:t>
          </a:r>
          <a:r>
            <a:rPr lang="en-US" sz="1400" b="1" kern="1200" dirty="0"/>
            <a:t>.</a:t>
          </a:r>
        </a:p>
      </dsp:txBody>
      <dsp:txXfrm>
        <a:off x="0" y="1596345"/>
        <a:ext cx="9621903" cy="897750"/>
      </dsp:txXfrm>
    </dsp:sp>
    <dsp:sp modelId="{2716D3B0-D90F-4A9C-82F5-83B05EE43884}">
      <dsp:nvSpPr>
        <dsp:cNvPr id="0" name=""/>
        <dsp:cNvSpPr/>
      </dsp:nvSpPr>
      <dsp:spPr>
        <a:xfrm>
          <a:off x="481095" y="1315905"/>
          <a:ext cx="6735332" cy="5608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580" tIns="0" rIns="254580" bIns="0" numCol="1" spcCol="1270" anchor="ctr" anchorCtr="0">
          <a:noAutofit/>
        </a:bodyPr>
        <a:lstStyle/>
        <a:p>
          <a:pPr marL="0" lvl="0" indent="0" algn="just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1400" b="1" kern="1200" dirty="0"/>
            <a:t>COBIT 2019 Design Guide: Designing an Information and Technology Governance Solution, ISACA -</a:t>
          </a:r>
        </a:p>
      </dsp:txBody>
      <dsp:txXfrm>
        <a:off x="508475" y="1343285"/>
        <a:ext cx="6680572" cy="506120"/>
      </dsp:txXfrm>
    </dsp:sp>
    <dsp:sp modelId="{B7653C7C-3BE2-4829-AD71-8E306FECF1DF}">
      <dsp:nvSpPr>
        <dsp:cNvPr id="0" name=""/>
        <dsp:cNvSpPr/>
      </dsp:nvSpPr>
      <dsp:spPr>
        <a:xfrm>
          <a:off x="0" y="2877135"/>
          <a:ext cx="9621903" cy="8977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7" tIns="395732" rIns="746767" bIns="99568" numCol="1" spcCol="1270" anchor="t" anchorCtr="0">
          <a:noAutofit/>
        </a:bodyPr>
        <a:lstStyle/>
        <a:p>
          <a:pPr marL="114300" lvl="1" indent="-114300" algn="just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None/>
          </a:pPr>
          <a:r>
            <a:rPr lang="en-US" sz="1400" b="1" kern="1200" dirty="0" err="1"/>
            <a:t>Buku</a:t>
          </a:r>
          <a:r>
            <a:rPr lang="en-US" sz="1400" b="1" kern="1200" dirty="0"/>
            <a:t> </a:t>
          </a:r>
          <a:r>
            <a:rPr lang="en-US" sz="1400" b="1" kern="1200" dirty="0" err="1"/>
            <a:t>ini</a:t>
          </a:r>
          <a:r>
            <a:rPr lang="en-US" sz="1400" b="1" kern="1200" dirty="0"/>
            <a:t> </a:t>
          </a:r>
          <a:r>
            <a:rPr lang="en-US" sz="1400" b="1" kern="1200" dirty="0" err="1"/>
            <a:t>memberikan</a:t>
          </a:r>
          <a:r>
            <a:rPr lang="en-US" sz="1400" b="1" kern="1200" dirty="0"/>
            <a:t> </a:t>
          </a:r>
          <a:r>
            <a:rPr lang="en-US" sz="1400" b="1" kern="1200" dirty="0" err="1"/>
            <a:t>panduan</a:t>
          </a:r>
          <a:r>
            <a:rPr lang="en-US" sz="1400" b="1" kern="1200" dirty="0"/>
            <a:t> </a:t>
          </a:r>
          <a:r>
            <a:rPr lang="en-US" sz="1400" b="1" kern="1200" dirty="0" err="1"/>
            <a:t>praktis</a:t>
          </a:r>
          <a:r>
            <a:rPr lang="en-US" sz="1400" b="1" kern="1200" dirty="0"/>
            <a:t> </a:t>
          </a:r>
          <a:r>
            <a:rPr lang="en-US" sz="1400" b="1" kern="1200" dirty="0" err="1"/>
            <a:t>tentang</a:t>
          </a:r>
          <a:r>
            <a:rPr lang="en-US" sz="1400" b="1" kern="1200" dirty="0"/>
            <a:t> </a:t>
          </a:r>
          <a:r>
            <a:rPr lang="en-US" sz="1400" b="1" kern="1200" dirty="0" err="1"/>
            <a:t>implementasi</a:t>
          </a:r>
          <a:r>
            <a:rPr lang="en-US" sz="1400" b="1" kern="1200" dirty="0"/>
            <a:t> proses DSS yang </a:t>
          </a:r>
          <a:r>
            <a:rPr lang="en-US" sz="1400" b="1" kern="1200" dirty="0" err="1"/>
            <a:t>efektif</a:t>
          </a:r>
          <a:r>
            <a:rPr lang="en-US" sz="1400" b="1" kern="1200" dirty="0"/>
            <a:t> </a:t>
          </a:r>
          <a:r>
            <a:rPr lang="en-US" sz="1400" b="1" kern="1200" dirty="0" err="1"/>
            <a:t>dalam</a:t>
          </a:r>
          <a:r>
            <a:rPr lang="en-US" sz="1400" b="1" kern="1200" dirty="0"/>
            <a:t> tata </a:t>
          </a:r>
          <a:r>
            <a:rPr lang="en-US" sz="1400" b="1" kern="1200" dirty="0" err="1"/>
            <a:t>kelola</a:t>
          </a:r>
          <a:r>
            <a:rPr lang="en-US" sz="1400" b="1" kern="1200" dirty="0"/>
            <a:t> TI.</a:t>
          </a:r>
        </a:p>
      </dsp:txBody>
      <dsp:txXfrm>
        <a:off x="0" y="2877135"/>
        <a:ext cx="9621903" cy="897750"/>
      </dsp:txXfrm>
    </dsp:sp>
    <dsp:sp modelId="{5987DF7D-DE34-48AF-B6C6-52F55F44B850}">
      <dsp:nvSpPr>
        <dsp:cNvPr id="0" name=""/>
        <dsp:cNvSpPr/>
      </dsp:nvSpPr>
      <dsp:spPr>
        <a:xfrm>
          <a:off x="481095" y="2596695"/>
          <a:ext cx="6735332" cy="5608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580" tIns="0" rIns="254580" bIns="0" numCol="1" spcCol="1270" anchor="ctr" anchorCtr="0">
          <a:noAutofit/>
        </a:bodyPr>
        <a:lstStyle/>
        <a:p>
          <a:pPr marL="0" lvl="0" indent="0" algn="just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1400" b="1" kern="1200" dirty="0"/>
            <a:t>COBIT 2019 Implementation Guide: Implementing and Optimizing an Information and Technology Governance Solution, ISACA -</a:t>
          </a:r>
        </a:p>
      </dsp:txBody>
      <dsp:txXfrm>
        <a:off x="508475" y="2624075"/>
        <a:ext cx="6680572" cy="5061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CABBF7-D404-48BD-BBE1-286C0A756B1E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8E7445-0040-4132-87C7-C54F1F6FF2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180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Oval 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76279" y="1792223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F49B10A7-45FE-4DEE-8FA6-4FA746DB32E7}" type="datetime1">
              <a:rPr lang="en-US" smtClean="0"/>
              <a:t>11/23/2025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63575" y="3226820"/>
            <a:ext cx="3859795" cy="304801"/>
          </a:xfrm>
        </p:spPr>
        <p:txBody>
          <a:bodyPr anchor="b"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r>
              <a:rPr lang="en-US"/>
              <a:t>Ir. Khakim Ghozali M.MT - Departemen Teknologi Informasi FTEIC ITS</a:t>
            </a: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/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1154954" y="947920"/>
            <a:ext cx="8761413" cy="728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BB4B0-896C-4E72-AD80-B12C7AF9EEDF}" type="datetime1">
              <a:rPr lang="en-US" smtClean="0"/>
              <a:t>11/23/2025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Ir. Khakim Ghozali M.MT - Departemen Teknologi Informasi FTEIC ITS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7644"/>
            <a:ext cx="4351023" cy="2283823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B8F77-D0FA-4BD8-BB7A-EE1317C65F90}" type="datetime1">
              <a:rPr lang="en-US" smtClean="0"/>
              <a:t>11/23/2025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Ir. Khakim Ghozali M.MT - Departemen Teknologi Informasi FTEIC ITS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1368" y="2603500"/>
            <a:ext cx="4828744" cy="3416301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1" y="2603500"/>
            <a:ext cx="4825159" cy="3377705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973B0-ACD3-40E7-8DBF-F7BE5654E5F0}" type="datetime1">
              <a:rPr lang="en-US" smtClean="0"/>
              <a:t>11/23/2025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Ir. Khakim Ghozali M.MT - Departemen Teknologi Informasi FTEIC ITS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36063"/>
            <a:ext cx="48251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212326"/>
            <a:ext cx="4825158" cy="2807476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1" y="2603499"/>
            <a:ext cx="4825160" cy="60882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212327"/>
            <a:ext cx="4825159" cy="2807474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74CFF-7397-4194-8A9A-8FE54A70777B}" type="datetime1">
              <a:rPr lang="en-US" smtClean="0"/>
              <a:t>11/23/2025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Ir. Khakim Ghozali M.MT - Departemen Teknologi Informasi FTEIC ITS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916E8-563D-4252-A75C-B90FD849C6C6}" type="datetime1">
              <a:rPr lang="en-US" smtClean="0"/>
              <a:t>11/23/2025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Ir. Khakim Ghozali M.MT - Departemen Teknologi Informasi FTEIC ITS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F1148-CC00-43F4-AA68-9D6C8DB32E5D}" type="datetime1">
              <a:rPr lang="en-US" smtClean="0"/>
              <a:t>11/23/2025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Ir. Khakim Ghozali M.MT - Departemen Teknologi Informasi FTEIC ITS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5" cy="4572000"/>
          </a:xfrm>
        </p:spPr>
        <p:txBody>
          <a:bodyPr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8C01A-3F99-494D-BE6D-604694582426}" type="datetime1">
              <a:rPr lang="en-US" smtClean="0"/>
              <a:t>11/23/2025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Ir. Khakim Ghozali M.MT - Departemen Teknologi Informasi FTEIC ITS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59" cy="173566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2" y="1143000"/>
            <a:ext cx="3227192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49416-165D-4AB4-9738-FB6682E5600C}" type="datetime1">
              <a:rPr lang="en-US" smtClean="0"/>
              <a:t>11/23/2025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Ir. Khakim Ghozali M.MT - Departemen Teknologi Informasi FTEIC ITS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965945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6" y="5532683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3F8CA-EC34-45FE-8EE0-7A50F02F69BB}" type="datetime1">
              <a:rPr lang="en-US" smtClean="0"/>
              <a:t>11/23/2025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Ir. Khakim Ghozali M.MT - Departemen Teknologi Informasi FTEIC ITS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3416"/>
            <a:ext cx="8825659" cy="1379755"/>
          </a:xfrm>
        </p:spPr>
        <p:txBody>
          <a:bodyPr anchor="ctr"/>
          <a:lstStyle>
            <a:lvl1pPr>
              <a:defRPr sz="4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B5458-4FF0-4304-9405-366E5D71BB90}" type="datetime1">
              <a:rPr lang="en-US" smtClean="0"/>
              <a:t>11/23/2025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Ir. Khakim Ghozali M.MT - Departemen Teknologi Informasi FTEIC ITS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1" name="TextBox 10"/>
          <p:cNvSpPr txBox="1"/>
          <p:nvPr/>
        </p:nvSpPr>
        <p:spPr bwMode="gray">
          <a:xfrm>
            <a:off x="898295" y="603589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705137" y="2613787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980517"/>
            <a:ext cx="8460983" cy="2705034"/>
          </a:xfrm>
        </p:spPr>
        <p:txBody>
          <a:bodyPr anchor="ctr"/>
          <a:lstStyle>
            <a:lvl1pPr>
              <a:defRPr sz="4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86515"/>
            <a:ext cx="7725772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14393"/>
            <a:ext cx="8825659" cy="1012664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18254-A43F-4EE2-AD88-AC5409FD4C40}" type="datetime1">
              <a:rPr lang="en-US" smtClean="0"/>
              <a:t>11/23/2025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Ir. Khakim Ghozali M.MT - Departemen Teknologi Informasi FTEIC ITS</a:t>
            </a:r>
            <a:endParaRPr lang="en-US" dirty="0"/>
          </a:p>
        </p:txBody>
      </p:sp>
      <p:sp>
        <p:nvSpPr>
          <p:cNvPr id="24" name="Rectangle 23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2404477"/>
            <a:ext cx="8825659" cy="178870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8587" y="5024967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EB599-FA71-46F4-B5B4-E59182AF38AE}" type="datetime1">
              <a:rPr lang="en-US" smtClean="0"/>
              <a:t>11/23/2025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Ir. Khakim Ghozali M.MT - Departemen Teknologi Informasi FTEIC ITS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Placeholder 1"/>
          <p:cNvSpPr>
            <a:spLocks noGrp="1"/>
          </p:cNvSpPr>
          <p:nvPr>
            <p:ph type="title"/>
          </p:nvPr>
        </p:nvSpPr>
        <p:spPr>
          <a:xfrm>
            <a:off x="1154954" y="947920"/>
            <a:ext cx="8761413" cy="728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10999"/>
            <a:ext cx="312916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87261"/>
            <a:ext cx="3129168" cy="283979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10999"/>
            <a:ext cx="31453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87261"/>
            <a:ext cx="3145380" cy="283979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1" y="2603500"/>
            <a:ext cx="3157448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87261"/>
            <a:ext cx="3161029" cy="2839794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E200E-87DA-4996-9E4C-F87EFB98C376}" type="datetime1">
              <a:rPr lang="en-US" smtClean="0"/>
              <a:t>11/23/2025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Ir. Khakim Ghozali M.MT - Departemen Teknologi Informasi FTEIC ITS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20744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11246"/>
            <a:ext cx="2691242" cy="1583764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3" y="5109107"/>
            <a:ext cx="3020745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5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42840"/>
            <a:ext cx="2691242" cy="155217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09107"/>
            <a:ext cx="3050438" cy="92140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4" y="4532845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18992"/>
            <a:ext cx="2691242" cy="1576018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4" y="5109107"/>
            <a:ext cx="3054127" cy="89634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F8A0B-E3D6-4D54-80BE-D01DB49DEB0B}" type="datetime1">
              <a:rPr lang="en-US" smtClean="0"/>
              <a:t>11/23/2025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Ir. Khakim Ghozali M.MT - Departemen Teknologi Informasi FTEIC ITS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1154954" y="947920"/>
            <a:ext cx="8761413" cy="728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8D71-C7E7-4107-A2A5-6CEB0A024747}" type="datetime1">
              <a:rPr lang="en-US" smtClean="0"/>
              <a:t>11/23/2025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Ir. Khakim Ghozali M.MT - Departemen Teknologi Informasi FTEIC ITS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Rectangle 12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97430"/>
            <a:ext cx="1409965" cy="4729626"/>
          </a:xfrm>
        </p:spPr>
        <p:txBody>
          <a:bodyPr vert="eaVert" anchor="b" anchorCtr="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97429"/>
            <a:ext cx="6247546" cy="472962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E6CEC-4632-46BF-A2BC-66DAFEC09D5C}" type="datetime1">
              <a:rPr lang="en-US" smtClean="0"/>
              <a:t>11/23/2025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Ir. Khakim Ghozali M.MT - Departemen Teknologi Informasi FTEIC ITS</a:t>
            </a:r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Oval 40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9" name="Oval 3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8" name="Oval 3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49" name="Oval 48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47920"/>
            <a:ext cx="8761413" cy="728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9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r>
              <a:rPr lang="en-US"/>
              <a:t>Ir. Khakim Ghozali M.MT - Departemen Teknologi Informasi FTEIC ITS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0938" y="6394407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3089D08C-6131-4214-82D8-60A92CF2F68B}" type="datetime1">
              <a:rPr lang="en-US" smtClean="0"/>
              <a:t>11/23/2025</a:t>
            </a:fld>
            <a:endParaRPr lang="en-US" dirty="0"/>
          </a:p>
        </p:txBody>
      </p:sp>
      <p:sp>
        <p:nvSpPr>
          <p:cNvPr id="20" name="Rectangle 19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0.xml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0.xml"/><Relationship Id="rId5" Type="http://schemas.openxmlformats.org/officeDocument/2006/relationships/diagramColors" Target="../diagrams/colors20.xml"/><Relationship Id="rId4" Type="http://schemas.openxmlformats.org/officeDocument/2006/relationships/diagramQuickStyle" Target="../diagrams/quickStyle2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1.xml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1.xml"/><Relationship Id="rId5" Type="http://schemas.openxmlformats.org/officeDocument/2006/relationships/diagramColors" Target="../diagrams/colors21.xml"/><Relationship Id="rId4" Type="http://schemas.openxmlformats.org/officeDocument/2006/relationships/diagramQuickStyle" Target="../diagrams/quickStyle2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2.xml"/><Relationship Id="rId2" Type="http://schemas.openxmlformats.org/officeDocument/2006/relationships/diagramData" Target="../diagrams/data2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2.xml"/><Relationship Id="rId5" Type="http://schemas.openxmlformats.org/officeDocument/2006/relationships/diagramColors" Target="../diagrams/colors22.xml"/><Relationship Id="rId4" Type="http://schemas.openxmlformats.org/officeDocument/2006/relationships/diagramQuickStyle" Target="../diagrams/quickStyle2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3.xml"/><Relationship Id="rId2" Type="http://schemas.openxmlformats.org/officeDocument/2006/relationships/diagramData" Target="../diagrams/data2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3.xml"/><Relationship Id="rId5" Type="http://schemas.openxmlformats.org/officeDocument/2006/relationships/diagramColors" Target="../diagrams/colors23.xml"/><Relationship Id="rId4" Type="http://schemas.openxmlformats.org/officeDocument/2006/relationships/diagramQuickStyle" Target="../diagrams/quickStyle2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4.xml"/><Relationship Id="rId2" Type="http://schemas.openxmlformats.org/officeDocument/2006/relationships/diagramData" Target="../diagrams/data2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4.xml"/><Relationship Id="rId5" Type="http://schemas.openxmlformats.org/officeDocument/2006/relationships/diagramColors" Target="../diagrams/colors24.xml"/><Relationship Id="rId4" Type="http://schemas.openxmlformats.org/officeDocument/2006/relationships/diagramQuickStyle" Target="../diagrams/quickStyle2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5.xml"/><Relationship Id="rId2" Type="http://schemas.openxmlformats.org/officeDocument/2006/relationships/diagramData" Target="../diagrams/data2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5.xml"/><Relationship Id="rId5" Type="http://schemas.openxmlformats.org/officeDocument/2006/relationships/diagramColors" Target="../diagrams/colors25.xml"/><Relationship Id="rId4" Type="http://schemas.openxmlformats.org/officeDocument/2006/relationships/diagramQuickStyle" Target="../diagrams/quickStyle2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6.xml"/><Relationship Id="rId2" Type="http://schemas.openxmlformats.org/officeDocument/2006/relationships/diagramData" Target="../diagrams/data2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6.xml"/><Relationship Id="rId5" Type="http://schemas.openxmlformats.org/officeDocument/2006/relationships/diagramColors" Target="../diagrams/colors26.xml"/><Relationship Id="rId4" Type="http://schemas.openxmlformats.org/officeDocument/2006/relationships/diagramQuickStyle" Target="../diagrams/quickStyle2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7.xml"/><Relationship Id="rId2" Type="http://schemas.openxmlformats.org/officeDocument/2006/relationships/diagramData" Target="../diagrams/data2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7.xml"/><Relationship Id="rId5" Type="http://schemas.openxmlformats.org/officeDocument/2006/relationships/diagramColors" Target="../diagrams/colors27.xml"/><Relationship Id="rId4" Type="http://schemas.openxmlformats.org/officeDocument/2006/relationships/diagramQuickStyle" Target="../diagrams/quickStyle2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8.xml"/><Relationship Id="rId2" Type="http://schemas.openxmlformats.org/officeDocument/2006/relationships/diagramData" Target="../diagrams/data2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8.xml"/><Relationship Id="rId5" Type="http://schemas.openxmlformats.org/officeDocument/2006/relationships/diagramColors" Target="../diagrams/colors28.xml"/><Relationship Id="rId4" Type="http://schemas.openxmlformats.org/officeDocument/2006/relationships/diagramQuickStyle" Target="../diagrams/quickStyle2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9.xml"/><Relationship Id="rId2" Type="http://schemas.openxmlformats.org/officeDocument/2006/relationships/diagramData" Target="../diagrams/data2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9.xml"/><Relationship Id="rId5" Type="http://schemas.openxmlformats.org/officeDocument/2006/relationships/diagramColors" Target="../diagrams/colors29.xml"/><Relationship Id="rId4" Type="http://schemas.openxmlformats.org/officeDocument/2006/relationships/diagramQuickStyle" Target="../diagrams/quickStyle29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0.xml"/><Relationship Id="rId2" Type="http://schemas.openxmlformats.org/officeDocument/2006/relationships/diagramData" Target="../diagrams/data3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0.xml"/><Relationship Id="rId5" Type="http://schemas.openxmlformats.org/officeDocument/2006/relationships/diagramColors" Target="../diagrams/colors30.xml"/><Relationship Id="rId4" Type="http://schemas.openxmlformats.org/officeDocument/2006/relationships/diagramQuickStyle" Target="../diagrams/quickStyle30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1.xml"/><Relationship Id="rId2" Type="http://schemas.openxmlformats.org/officeDocument/2006/relationships/diagramData" Target="../diagrams/data3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1.xml"/><Relationship Id="rId5" Type="http://schemas.openxmlformats.org/officeDocument/2006/relationships/diagramColors" Target="../diagrams/colors31.xml"/><Relationship Id="rId4" Type="http://schemas.openxmlformats.org/officeDocument/2006/relationships/diagramQuickStyle" Target="../diagrams/quickStyle3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2.xml"/><Relationship Id="rId2" Type="http://schemas.openxmlformats.org/officeDocument/2006/relationships/diagramData" Target="../diagrams/data3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2.xml"/><Relationship Id="rId5" Type="http://schemas.openxmlformats.org/officeDocument/2006/relationships/diagramColors" Target="../diagrams/colors32.xml"/><Relationship Id="rId4" Type="http://schemas.openxmlformats.org/officeDocument/2006/relationships/diagramQuickStyle" Target="../diagrams/quickStyle3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3.xml"/><Relationship Id="rId2" Type="http://schemas.openxmlformats.org/officeDocument/2006/relationships/diagramData" Target="../diagrams/data3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3.xml"/><Relationship Id="rId5" Type="http://schemas.openxmlformats.org/officeDocument/2006/relationships/diagramColors" Target="../diagrams/colors33.xml"/><Relationship Id="rId4" Type="http://schemas.openxmlformats.org/officeDocument/2006/relationships/diagramQuickStyle" Target="../diagrams/quickStyle3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4.xml"/><Relationship Id="rId2" Type="http://schemas.openxmlformats.org/officeDocument/2006/relationships/diagramData" Target="../diagrams/data3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4.xml"/><Relationship Id="rId5" Type="http://schemas.openxmlformats.org/officeDocument/2006/relationships/diagramColors" Target="../diagrams/colors34.xml"/><Relationship Id="rId4" Type="http://schemas.openxmlformats.org/officeDocument/2006/relationships/diagramQuickStyle" Target="../diagrams/quickStyle3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5.xml"/><Relationship Id="rId2" Type="http://schemas.openxmlformats.org/officeDocument/2006/relationships/diagramData" Target="../diagrams/data3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5.xml"/><Relationship Id="rId5" Type="http://schemas.openxmlformats.org/officeDocument/2006/relationships/diagramColors" Target="../diagrams/colors35.xml"/><Relationship Id="rId4" Type="http://schemas.openxmlformats.org/officeDocument/2006/relationships/diagramQuickStyle" Target="../diagrams/quickStyl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C470B-6068-0BF3-EE34-0FC6713612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MODUL 11</a:t>
            </a:r>
            <a:br>
              <a:rPr lang="en-US" sz="4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4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DOMAIN DELIVER, SERVICE AND SUPPORT (DSS) LANJUTAN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C6E6A8-BCEE-8469-CC4B-230E7A7B8A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Ir. </a:t>
            </a:r>
            <a:r>
              <a:rPr lang="en-US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Khakim</a:t>
            </a:r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ghozali</a:t>
            </a:r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m.mt</a:t>
            </a:r>
          </a:p>
          <a:p>
            <a:r>
              <a:rPr lang="en-US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Departemen</a:t>
            </a:r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teknologi</a:t>
            </a:r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informasi</a:t>
            </a:r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fteic</a:t>
            </a:r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its</a:t>
            </a:r>
          </a:p>
        </p:txBody>
      </p:sp>
    </p:spTree>
    <p:extLst>
      <p:ext uri="{BB962C8B-B14F-4D97-AF65-F5344CB8AC3E}">
        <p14:creationId xmlns:p14="http://schemas.microsoft.com/office/powerpoint/2010/main" val="5810976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5E58A-A11F-60E8-6C18-27DABC525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MATERI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13F1FDE-A675-C949-B894-CCE842E934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10613340"/>
              </p:ext>
            </p:extLst>
          </p:nvPr>
        </p:nvGraphicFramePr>
        <p:xfrm>
          <a:off x="1154954" y="2603500"/>
          <a:ext cx="8761413" cy="341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D2E9EA-35B0-6723-95BB-2348254DC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Ir. Khakim Ghozali M.MT - Departemen Teknologi Informasi FTEIC ITS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4D1756-A62D-40E7-819F-44F3241C5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9536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6C6E6A8-BCEE-8469-CC4B-230E7A7B8A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Ir. </a:t>
            </a:r>
            <a:r>
              <a:rPr lang="en-US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Khakim</a:t>
            </a:r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ghozali</a:t>
            </a:r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m.mt</a:t>
            </a:r>
          </a:p>
          <a:p>
            <a:r>
              <a:rPr lang="en-US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Departemen</a:t>
            </a:r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teknologi</a:t>
            </a:r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informasi</a:t>
            </a:r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fteic</a:t>
            </a:r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its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BA217D7-23B5-1072-F8FD-548C2655DF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958219"/>
            <a:ext cx="8825658" cy="2677648"/>
          </a:xfrm>
        </p:spPr>
        <p:txBody>
          <a:bodyPr/>
          <a:lstStyle/>
          <a:p>
            <a:pPr lvl="0"/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 </a:t>
            </a:r>
            <a:r>
              <a:rPr lang="en-US" sz="4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Studi</a:t>
            </a:r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4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kasus</a:t>
            </a:r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dan </a:t>
            </a:r>
            <a:r>
              <a:rPr lang="en-US" sz="4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aplikasi</a:t>
            </a:r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4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praktis</a:t>
            </a:r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domain DSS.</a:t>
            </a:r>
          </a:p>
        </p:txBody>
      </p:sp>
    </p:spTree>
    <p:extLst>
      <p:ext uri="{BB962C8B-B14F-4D97-AF65-F5344CB8AC3E}">
        <p14:creationId xmlns:p14="http://schemas.microsoft.com/office/powerpoint/2010/main" val="2644353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A7484-1112-83CE-DA8D-54CD34E72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just"/>
            <a:r>
              <a:rPr lang="en-US" b="1" dirty="0" err="1"/>
              <a:t>Studi</a:t>
            </a:r>
            <a:r>
              <a:rPr lang="en-US" b="1" dirty="0"/>
              <a:t> </a:t>
            </a:r>
            <a:r>
              <a:rPr lang="en-US" b="1" dirty="0" err="1"/>
              <a:t>Kasus</a:t>
            </a:r>
            <a:r>
              <a:rPr lang="en-US" b="1" dirty="0"/>
              <a:t> dan </a:t>
            </a:r>
            <a:r>
              <a:rPr lang="en-US" b="1" dirty="0" err="1"/>
              <a:t>Aplikasi</a:t>
            </a:r>
            <a:r>
              <a:rPr lang="en-US" b="1" dirty="0"/>
              <a:t> </a:t>
            </a:r>
            <a:r>
              <a:rPr lang="en-US" b="1" dirty="0" err="1"/>
              <a:t>Praktis</a:t>
            </a:r>
            <a:r>
              <a:rPr lang="en-US" b="1" dirty="0"/>
              <a:t> Domain DSS COBIT 2019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627F403-5F1E-35D4-E0B1-C409672F8F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0435333"/>
              </p:ext>
            </p:extLst>
          </p:nvPr>
        </p:nvGraphicFramePr>
        <p:xfrm>
          <a:off x="1154954" y="2603500"/>
          <a:ext cx="9621903" cy="341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7EEC4-10C3-EA20-9266-47EC41D39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Ir. Khakim Ghozali M.MT - Departemen Teknologi Informasi FTEIC ITS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76EC8E-A8DC-FA24-ED6D-8A12C6690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54571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B0327-11F4-4484-EC02-A4184E412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24914-9917-BDF3-1503-8232D7107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1154" y="772886"/>
            <a:ext cx="8761413" cy="1033280"/>
          </a:xfrm>
        </p:spPr>
        <p:txBody>
          <a:bodyPr/>
          <a:lstStyle/>
          <a:p>
            <a:pPr algn="just"/>
            <a:r>
              <a:rPr lang="en-US" sz="2000" b="1" dirty="0" err="1"/>
              <a:t>Studi</a:t>
            </a:r>
            <a:r>
              <a:rPr lang="en-US" sz="2000" b="1" dirty="0"/>
              <a:t> </a:t>
            </a:r>
            <a:r>
              <a:rPr lang="en-US" sz="2000" b="1" dirty="0" err="1"/>
              <a:t>Kasus</a:t>
            </a:r>
            <a:r>
              <a:rPr lang="en-US" sz="2000" b="1" dirty="0"/>
              <a:t> 1: </a:t>
            </a:r>
            <a:r>
              <a:rPr lang="en-US" sz="2000" b="1" dirty="0" err="1"/>
              <a:t>Manajemen</a:t>
            </a:r>
            <a:r>
              <a:rPr lang="en-US" sz="2000" b="1" dirty="0"/>
              <a:t> </a:t>
            </a:r>
            <a:r>
              <a:rPr lang="en-US" sz="2000" b="1" dirty="0" err="1"/>
              <a:t>Insiden</a:t>
            </a:r>
            <a:r>
              <a:rPr lang="en-US" sz="2000" b="1" dirty="0"/>
              <a:t> di Perusahaan Telekomunikasi</a:t>
            </a:r>
            <a:br>
              <a:rPr lang="en-US" sz="2000" dirty="0"/>
            </a:b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Proses DSS yang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Relevan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5621061-62B4-DDBF-43FC-9F4B54A58B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38549575"/>
              </p:ext>
            </p:extLst>
          </p:nvPr>
        </p:nvGraphicFramePr>
        <p:xfrm>
          <a:off x="1154954" y="2603500"/>
          <a:ext cx="9621903" cy="34816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905A20-E5E7-4AFD-FBED-3E81E0A32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Ir. Khakim Ghozali M.MT - Departemen Teknologi Informasi FTEIC ITS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37CF26-36C5-5CD4-F6EB-55F0876E1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1336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63B8C-5C28-3555-9046-AEEA7572E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99F77-3440-7E75-68A6-A9CA21F9B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47920"/>
            <a:ext cx="8761413" cy="1033280"/>
          </a:xfrm>
        </p:spPr>
        <p:txBody>
          <a:bodyPr/>
          <a:lstStyle/>
          <a:p>
            <a:pPr lvl="0" algn="just"/>
            <a:r>
              <a:rPr lang="en-US" sz="2000" b="1" dirty="0" err="1"/>
              <a:t>Studi</a:t>
            </a:r>
            <a:r>
              <a:rPr lang="en-US" sz="2000" b="1" dirty="0"/>
              <a:t> </a:t>
            </a:r>
            <a:r>
              <a:rPr lang="en-US" sz="2000" b="1" dirty="0" err="1"/>
              <a:t>Kasus</a:t>
            </a:r>
            <a:r>
              <a:rPr lang="en-US" sz="2000" b="1" dirty="0"/>
              <a:t> 1: </a:t>
            </a:r>
            <a:r>
              <a:rPr lang="en-US" sz="2000" b="1" dirty="0" err="1"/>
              <a:t>Manajemen</a:t>
            </a:r>
            <a:r>
              <a:rPr lang="en-US" sz="2000" b="1" dirty="0"/>
              <a:t> </a:t>
            </a:r>
            <a:r>
              <a:rPr lang="en-US" sz="2000" b="1" dirty="0" err="1"/>
              <a:t>Insiden</a:t>
            </a:r>
            <a:r>
              <a:rPr lang="en-US" sz="2000" b="1" dirty="0"/>
              <a:t> di Perusahaan Telekomunikasi</a:t>
            </a:r>
            <a:b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67ECA27-B86E-8B9E-7D91-6C51B2AC44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75404447"/>
              </p:ext>
            </p:extLst>
          </p:nvPr>
        </p:nvGraphicFramePr>
        <p:xfrm>
          <a:off x="1154954" y="2603500"/>
          <a:ext cx="9621903" cy="34816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83CF33-A9F2-02DA-E8C1-B4E283FC2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Ir. Khakim Ghozali M.MT - Departemen Teknologi Informasi FTEIC ITS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7100CC-B9B4-F5C5-75A7-11FCA258D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83737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89384-C94B-B26D-FFFB-00ED718E6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1D8C1-65F7-73AC-689D-A910BBAFD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47920"/>
            <a:ext cx="8761413" cy="1033280"/>
          </a:xfrm>
        </p:spPr>
        <p:txBody>
          <a:bodyPr/>
          <a:lstStyle/>
          <a:p>
            <a:pPr lvl="0" algn="just"/>
            <a:r>
              <a:rPr lang="en-US" sz="2000" b="1" dirty="0" err="1"/>
              <a:t>Studi</a:t>
            </a:r>
            <a:r>
              <a:rPr lang="en-US" sz="2000" b="1" dirty="0"/>
              <a:t> </a:t>
            </a:r>
            <a:r>
              <a:rPr lang="en-US" sz="2000" b="1" dirty="0" err="1"/>
              <a:t>Kasus</a:t>
            </a:r>
            <a:r>
              <a:rPr lang="en-US" sz="2000" b="1" dirty="0"/>
              <a:t> 1: </a:t>
            </a:r>
            <a:r>
              <a:rPr lang="en-US" sz="2000" b="1" dirty="0" err="1"/>
              <a:t>Manajemen</a:t>
            </a:r>
            <a:r>
              <a:rPr lang="en-US" sz="2000" b="1" dirty="0"/>
              <a:t> </a:t>
            </a:r>
            <a:r>
              <a:rPr lang="en-US" sz="2000" b="1" dirty="0" err="1"/>
              <a:t>Insiden</a:t>
            </a:r>
            <a:r>
              <a:rPr lang="en-US" sz="2000" b="1" dirty="0"/>
              <a:t> di Perusahaan Telekomunikasi</a:t>
            </a:r>
            <a:b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FFB7028-1FED-F837-3C68-07172CF9DA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643080"/>
              </p:ext>
            </p:extLst>
          </p:nvPr>
        </p:nvGraphicFramePr>
        <p:xfrm>
          <a:off x="1154954" y="2603500"/>
          <a:ext cx="9621903" cy="25889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AE67C-9788-3248-98E1-A3C5254F1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Ir. Khakim Ghozali M.MT - Departemen Teknologi Informasi FTEIC ITS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CE30F-A3C1-AD0C-044E-A6472AC47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71075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43331-F8FB-809D-61BF-152A654B3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CB014-2C5B-B123-0C7E-DBD291367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47920"/>
            <a:ext cx="8761413" cy="1033280"/>
          </a:xfrm>
        </p:spPr>
        <p:txBody>
          <a:bodyPr/>
          <a:lstStyle/>
          <a:p>
            <a:pPr lvl="0" algn="just"/>
            <a:r>
              <a:rPr lang="it-IT" sz="2400" b="1" dirty="0"/>
              <a:t>Studi Kasus 2: Pemulihan Bencana di Bank Multinasional</a:t>
            </a:r>
            <a:endParaRPr lang="en-US" sz="24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2CC11E9-FC2C-2848-43A3-4EB0FB55B8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7391300"/>
              </p:ext>
            </p:extLst>
          </p:nvPr>
        </p:nvGraphicFramePr>
        <p:xfrm>
          <a:off x="1154954" y="2603500"/>
          <a:ext cx="9621903" cy="34816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68B2FF-CF92-DB47-39DC-12AB5D63B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Ir. Khakim Ghozali M.MT - Departemen Teknologi Informasi FTEIC ITS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44851E-0923-C9D0-1A11-89366EDC4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9681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C5264-E73B-97BD-1C65-CF747FCDF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26940-BD99-089F-FA60-2E60AC742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47920"/>
            <a:ext cx="8761413" cy="1033280"/>
          </a:xfrm>
        </p:spPr>
        <p:txBody>
          <a:bodyPr/>
          <a:lstStyle/>
          <a:p>
            <a:pPr lvl="0" algn="just"/>
            <a:r>
              <a:rPr lang="it-IT" sz="2400" b="1" dirty="0"/>
              <a:t>Studi Kasus 2: Pemulihan Bencana di Bank Multinasional</a:t>
            </a:r>
            <a:endParaRPr lang="en-US" sz="24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7FBB7C0-3902-5980-AF9A-7E229A1537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3969964"/>
              </p:ext>
            </p:extLst>
          </p:nvPr>
        </p:nvGraphicFramePr>
        <p:xfrm>
          <a:off x="1154954" y="2603500"/>
          <a:ext cx="9621903" cy="34816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F2220E-FC87-022D-771D-DF1782B2B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Ir. Khakim Ghozali M.MT - Departemen Teknologi Informasi FTEIC ITS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B877B3-A377-C4F6-DE82-89B989E54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95518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14E4B-04F4-CCAC-AB1E-2D8469147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F3CA6-2B98-7BAD-3A4F-F0DC395E3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47920"/>
            <a:ext cx="8761413" cy="1033280"/>
          </a:xfrm>
        </p:spPr>
        <p:txBody>
          <a:bodyPr/>
          <a:lstStyle/>
          <a:p>
            <a:pPr lvl="0" algn="just"/>
            <a:r>
              <a:rPr lang="it-IT" sz="2400" b="1" dirty="0"/>
              <a:t>Studi Kasus 2: Pemulihan Bencana di Bank Multinasional</a:t>
            </a:r>
            <a:endParaRPr lang="en-US" sz="24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2A2526E-AAB7-2431-C437-05CCA76B54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7806473"/>
              </p:ext>
            </p:extLst>
          </p:nvPr>
        </p:nvGraphicFramePr>
        <p:xfrm>
          <a:off x="1154954" y="2603500"/>
          <a:ext cx="9621903" cy="34816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A3B579-61CD-E0A0-30F4-7242A32B4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Ir. Khakim Ghozali M.MT - Departemen Teknologi Informasi FTEIC ITS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C40BF3-F37E-DF02-9774-EB156ECAC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85214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07C40-79CA-6A45-4C29-8DF3F3015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95E67-C0E9-C19A-CE68-F7C8CB7CF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47920"/>
            <a:ext cx="8761413" cy="1033280"/>
          </a:xfrm>
        </p:spPr>
        <p:txBody>
          <a:bodyPr/>
          <a:lstStyle/>
          <a:p>
            <a:pPr lvl="0" algn="just"/>
            <a:r>
              <a:rPr lang="it-IT" sz="2400" b="1" dirty="0"/>
              <a:t>Studi Kasus 2: Pemulihan Bencana di Bank Multinasional</a:t>
            </a:r>
            <a:endParaRPr lang="en-US" sz="24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EB4D634-7131-B908-D64B-A047E2D046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33775337"/>
              </p:ext>
            </p:extLst>
          </p:nvPr>
        </p:nvGraphicFramePr>
        <p:xfrm>
          <a:off x="1154954" y="2603500"/>
          <a:ext cx="9621903" cy="28705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DE0D74-71EE-B57F-9164-148A3A3D9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Ir. Khakim Ghozali M.MT - Departemen Teknologi Informasi FTEIC ITS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64F138-E340-5218-6E95-D1DC6AF97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84411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1AEAA-E026-71E0-8C4A-9D1788EED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FED1C-7C3B-3391-BBB5-1E8825FAA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47920"/>
            <a:ext cx="8761413" cy="1033280"/>
          </a:xfrm>
        </p:spPr>
        <p:txBody>
          <a:bodyPr/>
          <a:lstStyle/>
          <a:p>
            <a:pPr lvl="0" algn="just"/>
            <a:r>
              <a:rPr lang="it-IT" sz="2400" b="1" dirty="0"/>
              <a:t>Studi Kasus 3: Pengelolaan Keamanan Informasi di Perusahaan E-commerce</a:t>
            </a:r>
            <a:endParaRPr lang="en-US" sz="2400" b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4B443FD-7491-E68B-715C-176D8F9351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7337562"/>
              </p:ext>
            </p:extLst>
          </p:nvPr>
        </p:nvGraphicFramePr>
        <p:xfrm>
          <a:off x="1154954" y="2603500"/>
          <a:ext cx="9621903" cy="28705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8122AB-8A8C-65C8-9F7F-80BBAE231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Ir. Khakim Ghozali M.MT - Departemen Teknologi Informasi FTEIC ITS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BA2941-963B-A781-07DA-19E412A7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61855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9E8DD-E7BC-5695-1AF2-5E864C51E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183A6-CC92-0558-F73D-0136F2FC8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47920"/>
            <a:ext cx="8761413" cy="1033280"/>
          </a:xfrm>
        </p:spPr>
        <p:txBody>
          <a:bodyPr/>
          <a:lstStyle/>
          <a:p>
            <a:pPr lvl="0" algn="just"/>
            <a:r>
              <a:rPr lang="it-IT" sz="2400" b="1" dirty="0"/>
              <a:t>Studi Kasus 3: Pengelolaan Keamanan Informasi di Perusahaan E-commerce</a:t>
            </a:r>
            <a:endParaRPr lang="en-US" sz="2400" b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024BEDA-BC22-1C4B-11F0-7ABBC41115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92653543"/>
              </p:ext>
            </p:extLst>
          </p:nvPr>
        </p:nvGraphicFramePr>
        <p:xfrm>
          <a:off x="1154954" y="2603500"/>
          <a:ext cx="9621903" cy="28705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4C8C32-056D-9429-BAA9-C9A5C3ECB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Ir. Khakim Ghozali M.MT - Departemen Teknologi Informasi FTEIC ITS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C97BA4-583A-D739-356F-42BAFCF32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57881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C0F63-A746-122E-A598-80918C28E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97F76-F593-1EEF-F0F2-18DA90FEA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47920"/>
            <a:ext cx="8761413" cy="1033280"/>
          </a:xfrm>
        </p:spPr>
        <p:txBody>
          <a:bodyPr/>
          <a:lstStyle/>
          <a:p>
            <a:pPr lvl="0" algn="just"/>
            <a:r>
              <a:rPr lang="it-IT" sz="2400" b="1" dirty="0"/>
              <a:t>Studi Kasus 3: Pengelolaan Keamanan Informasi di Perusahaan E-commerce</a:t>
            </a:r>
            <a:endParaRPr lang="en-US" sz="2400" b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D409AD6-347E-837F-1B6B-471141C01F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00236418"/>
              </p:ext>
            </p:extLst>
          </p:nvPr>
        </p:nvGraphicFramePr>
        <p:xfrm>
          <a:off x="1154954" y="2603500"/>
          <a:ext cx="9621903" cy="28705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470AF2-C31B-F7FC-7ADE-19DD894C4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Ir. Khakim Ghozali M.MT - Departemen Teknologi Informasi FTEIC ITS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17C676-6ADE-4F8E-81BD-C435FBA13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34252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9B4E1-D580-7690-5D1A-B6A69F3FB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ED570-191B-A2E8-5DFA-80961ECED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47920"/>
            <a:ext cx="8761413" cy="1033280"/>
          </a:xfrm>
        </p:spPr>
        <p:txBody>
          <a:bodyPr/>
          <a:lstStyle/>
          <a:p>
            <a:pPr lvl="0" algn="just"/>
            <a:r>
              <a:rPr lang="it-IT" sz="2400" b="1" dirty="0"/>
              <a:t>Studi Kasus 3: Pengelolaan Keamanan Informasi di Perusahaan E-commerce</a:t>
            </a:r>
            <a:endParaRPr lang="en-US" sz="2400" b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F5A1A37-AB83-80F9-4E78-66C306403B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07183134"/>
              </p:ext>
            </p:extLst>
          </p:nvPr>
        </p:nvGraphicFramePr>
        <p:xfrm>
          <a:off x="1154954" y="2603500"/>
          <a:ext cx="9621903" cy="28705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408941-8798-AE90-DA61-A8115BD88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Ir. Khakim Ghozali M.MT - Departemen Teknologi Informasi FTEIC ITS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51C65B-0B00-771C-6C93-D7A45DD29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5117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FD916-C1B2-ED7B-0A76-67DA3D4B6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4397D-6D09-2C86-F5FD-D03EC82CC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47920"/>
            <a:ext cx="8761413" cy="1033280"/>
          </a:xfrm>
        </p:spPr>
        <p:txBody>
          <a:bodyPr/>
          <a:lstStyle/>
          <a:p>
            <a:pPr lvl="0" algn="just"/>
            <a:r>
              <a:rPr lang="en-US" sz="3200" b="1" dirty="0" err="1"/>
              <a:t>Implementasi</a:t>
            </a:r>
            <a:r>
              <a:rPr lang="en-US" sz="3200" b="1" dirty="0"/>
              <a:t> </a:t>
            </a:r>
            <a:r>
              <a:rPr lang="en-US" sz="3200" b="1" dirty="0" err="1"/>
              <a:t>Praktis</a:t>
            </a:r>
            <a:r>
              <a:rPr lang="en-US" sz="3200" b="1" dirty="0"/>
              <a:t> </a:t>
            </a:r>
            <a:r>
              <a:rPr lang="en-US" sz="3200" b="1" dirty="0" err="1"/>
              <a:t>dalam</a:t>
            </a:r>
            <a:r>
              <a:rPr lang="en-US" sz="3200" b="1" dirty="0"/>
              <a:t> </a:t>
            </a:r>
            <a:r>
              <a:rPr lang="en-US" sz="3200" b="1" dirty="0" err="1"/>
              <a:t>Organisasi</a:t>
            </a:r>
            <a:endParaRPr lang="en-US" sz="3200" b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88A23B9-E675-899D-CDEB-7B90F43C44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2455520"/>
              </p:ext>
            </p:extLst>
          </p:nvPr>
        </p:nvGraphicFramePr>
        <p:xfrm>
          <a:off x="1154954" y="2603500"/>
          <a:ext cx="9621903" cy="34707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25930-A9D1-EB32-2BBE-32D371C80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Ir. Khakim Ghozali M.MT - Departemen Teknologi Informasi FTEIC ITS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247C4-85AD-9978-8892-048960EAC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3078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1B34A-4023-C746-F225-FFD57BB2A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A57E7-8249-6F7C-CC7B-C9BB8239A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47920"/>
            <a:ext cx="8761413" cy="1033280"/>
          </a:xfrm>
        </p:spPr>
        <p:txBody>
          <a:bodyPr/>
          <a:lstStyle/>
          <a:p>
            <a:pPr lvl="0" algn="just"/>
            <a:r>
              <a:rPr lang="en-US" sz="3200" b="1" dirty="0" err="1"/>
              <a:t>Implementasi</a:t>
            </a:r>
            <a:r>
              <a:rPr lang="en-US" sz="3200" b="1" dirty="0"/>
              <a:t> </a:t>
            </a:r>
            <a:r>
              <a:rPr lang="en-US" sz="3200" b="1" dirty="0" err="1"/>
              <a:t>Praktis</a:t>
            </a:r>
            <a:r>
              <a:rPr lang="en-US" sz="3200" b="1" dirty="0"/>
              <a:t> </a:t>
            </a:r>
            <a:r>
              <a:rPr lang="en-US" sz="3200" b="1" dirty="0" err="1"/>
              <a:t>dalam</a:t>
            </a:r>
            <a:r>
              <a:rPr lang="en-US" sz="3200" b="1" dirty="0"/>
              <a:t> </a:t>
            </a:r>
            <a:r>
              <a:rPr lang="en-US" sz="3200" b="1" dirty="0" err="1"/>
              <a:t>Organisasi</a:t>
            </a:r>
            <a:endParaRPr lang="en-US" sz="3200" b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CD4F0C9-4220-3962-AF8C-8BE9745B46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2774878"/>
              </p:ext>
            </p:extLst>
          </p:nvPr>
        </p:nvGraphicFramePr>
        <p:xfrm>
          <a:off x="1154954" y="2603500"/>
          <a:ext cx="9621903" cy="34707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B4BFCE-618E-35BE-5A92-6EE566EE4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Ir. Khakim Ghozali M.MT - Departemen Teknologi Informasi FTEIC ITS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053D49-39D2-9B42-807D-AA5F57043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58113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9BD91-7802-650C-57C7-F7449C44A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AD488-A246-CBB2-8222-2E69AC37E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47920"/>
            <a:ext cx="8761413" cy="1033280"/>
          </a:xfrm>
        </p:spPr>
        <p:txBody>
          <a:bodyPr/>
          <a:lstStyle/>
          <a:p>
            <a:pPr lvl="0" algn="just"/>
            <a:r>
              <a:rPr lang="en-US" sz="3200" b="1" dirty="0" err="1"/>
              <a:t>Implementasi</a:t>
            </a:r>
            <a:r>
              <a:rPr lang="en-US" sz="3200" b="1" dirty="0"/>
              <a:t> </a:t>
            </a:r>
            <a:r>
              <a:rPr lang="en-US" sz="3200" b="1" dirty="0" err="1"/>
              <a:t>Praktis</a:t>
            </a:r>
            <a:r>
              <a:rPr lang="en-US" sz="3200" b="1" dirty="0"/>
              <a:t> </a:t>
            </a:r>
            <a:r>
              <a:rPr lang="en-US" sz="3200" b="1" dirty="0" err="1"/>
              <a:t>dalam</a:t>
            </a:r>
            <a:r>
              <a:rPr lang="en-US" sz="3200" b="1" dirty="0"/>
              <a:t> </a:t>
            </a:r>
            <a:r>
              <a:rPr lang="en-US" sz="3200" b="1" dirty="0" err="1"/>
              <a:t>Organisasi</a:t>
            </a:r>
            <a:endParaRPr lang="en-US" sz="3200" b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BDADCE3-C31D-051A-E94F-F7B626C0C65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154954" y="2603500"/>
          <a:ext cx="9621903" cy="34707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D7765-BDE2-AA91-40D5-C1BC6EA9E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Ir. Khakim Ghozali M.MT - Departemen Teknologi Informasi FTEIC ITS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263803-14FB-535B-6647-56525D813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3357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4E41F-5222-7A8C-AA0D-1ABEAB081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DAC88F4-E7B6-7BEB-E891-50CA2F01A5B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Ir. </a:t>
            </a:r>
            <a:r>
              <a:rPr lang="en-US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Khakim</a:t>
            </a:r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ghozali</a:t>
            </a:r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m.mt</a:t>
            </a:r>
          </a:p>
          <a:p>
            <a:r>
              <a:rPr lang="en-US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Departemen</a:t>
            </a:r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teknologi</a:t>
            </a:r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informasi</a:t>
            </a:r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fteic</a:t>
            </a:r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its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0540655-DA08-85CB-CDC5-19483F2FB4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958219"/>
            <a:ext cx="8825658" cy="2677648"/>
          </a:xfrm>
        </p:spPr>
        <p:txBody>
          <a:bodyPr/>
          <a:lstStyle/>
          <a:p>
            <a:pPr lvl="0"/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 </a:t>
            </a:r>
            <a:r>
              <a:rPr lang="en-US" sz="4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Manajemen</a:t>
            </a:r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4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Insiden</a:t>
            </a:r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dan </a:t>
            </a:r>
            <a:r>
              <a:rPr lang="en-US" sz="4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Layanan</a:t>
            </a:r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4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Dalam</a:t>
            </a:r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Domain DSS.</a:t>
            </a:r>
          </a:p>
        </p:txBody>
      </p:sp>
    </p:spTree>
    <p:extLst>
      <p:ext uri="{BB962C8B-B14F-4D97-AF65-F5344CB8AC3E}">
        <p14:creationId xmlns:p14="http://schemas.microsoft.com/office/powerpoint/2010/main" val="7954960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21F12-D3EC-5532-5C71-70FF37162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1B497-929A-9EAC-B55D-962A42DEB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just"/>
            <a:r>
              <a:rPr lang="en-US" sz="3600" b="1" dirty="0" err="1"/>
              <a:t>Manajemen</a:t>
            </a:r>
            <a:r>
              <a:rPr lang="en-US" sz="3600" b="1" dirty="0"/>
              <a:t> </a:t>
            </a:r>
            <a:r>
              <a:rPr lang="en-US" sz="3600" b="1" dirty="0" err="1"/>
              <a:t>insiden</a:t>
            </a:r>
            <a:r>
              <a:rPr lang="en-US" sz="3600" b="1" dirty="0"/>
              <a:t> dan </a:t>
            </a:r>
            <a:r>
              <a:rPr lang="en-US" sz="3600" b="1" dirty="0" err="1"/>
              <a:t>layanan</a:t>
            </a:r>
            <a:r>
              <a:rPr lang="en-US" sz="3600" b="1" dirty="0"/>
              <a:t> </a:t>
            </a:r>
            <a:r>
              <a:rPr lang="en-US" sz="3600" b="1" dirty="0" err="1"/>
              <a:t>dalam</a:t>
            </a:r>
            <a:r>
              <a:rPr lang="en-US" sz="3600" b="1" dirty="0"/>
              <a:t> domain DSS.</a:t>
            </a:r>
            <a:endParaRPr lang="en-US" sz="36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BC2BF7B-50B0-CE28-0D3F-1B44593697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0920746"/>
              </p:ext>
            </p:extLst>
          </p:nvPr>
        </p:nvGraphicFramePr>
        <p:xfrm>
          <a:off x="1154954" y="2603500"/>
          <a:ext cx="9621903" cy="341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2393AC-B151-E371-5A85-4DEC4E8F0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Ir. Khakim Ghozali M.MT - Departemen Teknologi Informasi FTEIC ITS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D56A6C-AF26-3DF3-9134-13AB7AF15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23719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30139-F393-3A03-F8D8-3120B0BEE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EE6A3-80B6-5A9D-E5EF-9F997056F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Proses-Proses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dalam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Domain DSS yang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Terkait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dengan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Manajemen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Insiden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dan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Layanan</a:t>
            </a: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DE87049-286B-4C46-FD58-B2C567638F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69791744"/>
              </p:ext>
            </p:extLst>
          </p:nvPr>
        </p:nvGraphicFramePr>
        <p:xfrm>
          <a:off x="1154954" y="2603500"/>
          <a:ext cx="9621903" cy="341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7A29E-49CC-07B4-8D1E-6A31D133C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Ir. Khakim Ghozali M.MT - Departemen Teknologi Informasi FTEIC ITS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A1420A-4E5B-C80B-E4F4-BF1458DBE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21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CCB0612-C9B7-F322-FD7F-24F76D032C1C}"/>
              </a:ext>
            </a:extLst>
          </p:cNvPr>
          <p:cNvGrpSpPr/>
          <p:nvPr/>
        </p:nvGrpSpPr>
        <p:grpSpPr>
          <a:xfrm>
            <a:off x="2426839" y="1859510"/>
            <a:ext cx="6735332" cy="560880"/>
            <a:chOff x="481095" y="311079"/>
            <a:chExt cx="6735332" cy="560880"/>
          </a:xfrm>
          <a:solidFill>
            <a:srgbClr val="00204F"/>
          </a:solidFill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56484ECC-655C-0D3F-8988-2EAD6429607F}"/>
                </a:ext>
              </a:extLst>
            </p:cNvPr>
            <p:cNvSpPr/>
            <p:nvPr/>
          </p:nvSpPr>
          <p:spPr>
            <a:xfrm>
              <a:off x="481095" y="311079"/>
              <a:ext cx="6735332" cy="560880"/>
            </a:xfrm>
            <a:prstGeom prst="round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8" name="Rectangle: Rounded Corners 4">
              <a:extLst>
                <a:ext uri="{FF2B5EF4-FFF2-40B4-BE49-F238E27FC236}">
                  <a16:creationId xmlns:a16="http://schemas.microsoft.com/office/drawing/2014/main" id="{DCD41852-9F52-9C51-1383-C467337896DD}"/>
                </a:ext>
              </a:extLst>
            </p:cNvPr>
            <p:cNvSpPr txBox="1"/>
            <p:nvPr/>
          </p:nvSpPr>
          <p:spPr>
            <a:xfrm>
              <a:off x="508475" y="338459"/>
              <a:ext cx="6680572" cy="506120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4580" tIns="0" rIns="254580" bIns="0" numCol="1" spcCol="1270" anchor="ctr" anchorCtr="0">
              <a:noAutofit/>
            </a:bodyPr>
            <a:lstStyle/>
            <a:p>
              <a:pPr marL="0" lvl="0" indent="0" algn="l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900" b="1" kern="1200" dirty="0"/>
                <a:t>1. DSS02 - Manage Service Requests and Incidents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331902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BCEB9-7836-1FB4-D455-34E3E7BE9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C8A79-56BB-79CE-12F6-B53DDC893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Proses-Proses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dalam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Domain DSS yang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Terkait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dengan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Manajemen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Insiden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dan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Layanan</a:t>
            </a: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BC5F076-70F5-174F-1184-24EDBA2DBC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53296865"/>
              </p:ext>
            </p:extLst>
          </p:nvPr>
        </p:nvGraphicFramePr>
        <p:xfrm>
          <a:off x="1154954" y="2603500"/>
          <a:ext cx="9621903" cy="341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F1811A-66DB-C430-FE6D-F15CB845F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Ir. Khakim Ghozali M.MT - Departemen Teknologi Informasi FTEIC ITS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89D4CB-406C-C059-FDBF-DAD951175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22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CDB7C6F-5030-4C30-5017-89D447ADB101}"/>
              </a:ext>
            </a:extLst>
          </p:cNvPr>
          <p:cNvGrpSpPr/>
          <p:nvPr/>
        </p:nvGrpSpPr>
        <p:grpSpPr>
          <a:xfrm>
            <a:off x="2491007" y="1859510"/>
            <a:ext cx="6735332" cy="560880"/>
            <a:chOff x="481095" y="311079"/>
            <a:chExt cx="6735332" cy="560880"/>
          </a:xfrm>
          <a:solidFill>
            <a:srgbClr val="00204F"/>
          </a:solidFill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060002B-180A-B206-9C8A-FA2FB98C7C0C}"/>
                </a:ext>
              </a:extLst>
            </p:cNvPr>
            <p:cNvSpPr/>
            <p:nvPr/>
          </p:nvSpPr>
          <p:spPr>
            <a:xfrm>
              <a:off x="481095" y="311079"/>
              <a:ext cx="6735332" cy="560880"/>
            </a:xfrm>
            <a:prstGeom prst="round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8" name="Rectangle: Rounded Corners 4">
              <a:extLst>
                <a:ext uri="{FF2B5EF4-FFF2-40B4-BE49-F238E27FC236}">
                  <a16:creationId xmlns:a16="http://schemas.microsoft.com/office/drawing/2014/main" id="{F289CB9F-BE66-59BD-F303-BA2A5B92A18C}"/>
                </a:ext>
              </a:extLst>
            </p:cNvPr>
            <p:cNvSpPr txBox="1"/>
            <p:nvPr/>
          </p:nvSpPr>
          <p:spPr>
            <a:xfrm>
              <a:off x="508475" y="338459"/>
              <a:ext cx="6680572" cy="506120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4580" tIns="0" rIns="254580" bIns="0" numCol="1" spcCol="1270" anchor="ctr" anchorCtr="0">
              <a:noAutofit/>
            </a:bodyPr>
            <a:lstStyle/>
            <a:p>
              <a:pPr marL="0" lvl="0" indent="0" algn="l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900" b="1" kern="1200" dirty="0"/>
                <a:t>1. DSS02 - Manage Service Requests and Incidents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416819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57684-745D-B69D-219A-D5669F5BC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29EA8-A627-3678-E82C-10691220A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Proses-Proses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dalam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Domain DSS yang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Terkait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dengan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Manajemen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Insiden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dan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Layanan</a:t>
            </a: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65644AF-BE62-1E10-9E22-62207C766E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02957144"/>
              </p:ext>
            </p:extLst>
          </p:nvPr>
        </p:nvGraphicFramePr>
        <p:xfrm>
          <a:off x="1154954" y="2603500"/>
          <a:ext cx="9621903" cy="341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76F3DE-3999-611B-30DD-B0FFE5894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Ir. Khakim Ghozali M.MT - Departemen Teknologi Informasi FTEIC ITS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66753-AE89-9EFE-12F2-04FD2168E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23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E53E78C-C2B2-4206-F9D8-4F54B7A86DCB}"/>
              </a:ext>
            </a:extLst>
          </p:cNvPr>
          <p:cNvGrpSpPr/>
          <p:nvPr/>
        </p:nvGrpSpPr>
        <p:grpSpPr>
          <a:xfrm>
            <a:off x="2491007" y="1859510"/>
            <a:ext cx="6735332" cy="560880"/>
            <a:chOff x="481095" y="311079"/>
            <a:chExt cx="6735332" cy="560880"/>
          </a:xfrm>
          <a:solidFill>
            <a:srgbClr val="00204F"/>
          </a:solidFill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E52A620F-0021-F2B5-0D86-01F1DCB0B751}"/>
                </a:ext>
              </a:extLst>
            </p:cNvPr>
            <p:cNvSpPr/>
            <p:nvPr/>
          </p:nvSpPr>
          <p:spPr>
            <a:xfrm>
              <a:off x="481095" y="311079"/>
              <a:ext cx="6735332" cy="560880"/>
            </a:xfrm>
            <a:prstGeom prst="round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8" name="Rectangle: Rounded Corners 4">
              <a:extLst>
                <a:ext uri="{FF2B5EF4-FFF2-40B4-BE49-F238E27FC236}">
                  <a16:creationId xmlns:a16="http://schemas.microsoft.com/office/drawing/2014/main" id="{E1E320CC-E520-D5D8-D988-70AE98DC5BF1}"/>
                </a:ext>
              </a:extLst>
            </p:cNvPr>
            <p:cNvSpPr txBox="1"/>
            <p:nvPr/>
          </p:nvSpPr>
          <p:spPr>
            <a:xfrm>
              <a:off x="508475" y="338459"/>
              <a:ext cx="6680572" cy="506120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4580" tIns="0" rIns="254580" bIns="0" numCol="1" spcCol="1270" anchor="ctr" anchorCtr="0">
              <a:noAutofit/>
            </a:bodyPr>
            <a:lstStyle/>
            <a:p>
              <a:pPr marL="0" lvl="0" indent="0" algn="l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900" b="1" kern="1200" dirty="0"/>
                <a:t>1. DSS02 - Manage Service Requests and Incidents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542790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5047A-C79A-7617-745F-26B1FADD2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24158-A439-DADC-0467-EDF45BF8C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Proses-Proses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dalam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Domain DSS yang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Terkait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dengan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Manajemen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Insiden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dan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Layanan</a:t>
            </a: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1E2CF9A-9740-8F1C-8863-022CF63742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66851018"/>
              </p:ext>
            </p:extLst>
          </p:nvPr>
        </p:nvGraphicFramePr>
        <p:xfrm>
          <a:off x="1154954" y="2603500"/>
          <a:ext cx="9621903" cy="341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0C249C-44A2-23FC-B2D7-A4B447DDD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Ir. Khakim Ghozali M.MT - Departemen Teknologi Informasi FTEIC ITS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447971-89E9-BB23-EBAD-7BB0CE1DB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24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8F1E717-C0B9-B6A1-E922-9B489A9A2196}"/>
              </a:ext>
            </a:extLst>
          </p:cNvPr>
          <p:cNvGrpSpPr/>
          <p:nvPr/>
        </p:nvGrpSpPr>
        <p:grpSpPr>
          <a:xfrm>
            <a:off x="2491007" y="1859510"/>
            <a:ext cx="6735332" cy="560880"/>
            <a:chOff x="481095" y="311079"/>
            <a:chExt cx="6735332" cy="560880"/>
          </a:xfrm>
          <a:solidFill>
            <a:srgbClr val="00204F"/>
          </a:solidFill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E9538596-F842-E135-3989-A36910E25E1A}"/>
                </a:ext>
              </a:extLst>
            </p:cNvPr>
            <p:cNvSpPr/>
            <p:nvPr/>
          </p:nvSpPr>
          <p:spPr>
            <a:xfrm>
              <a:off x="481095" y="311079"/>
              <a:ext cx="6735332" cy="560880"/>
            </a:xfrm>
            <a:prstGeom prst="round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8" name="Rectangle: Rounded Corners 4">
              <a:extLst>
                <a:ext uri="{FF2B5EF4-FFF2-40B4-BE49-F238E27FC236}">
                  <a16:creationId xmlns:a16="http://schemas.microsoft.com/office/drawing/2014/main" id="{45BB9007-0EAF-DBE8-ED81-A15FA1D21C39}"/>
                </a:ext>
              </a:extLst>
            </p:cNvPr>
            <p:cNvSpPr txBox="1"/>
            <p:nvPr/>
          </p:nvSpPr>
          <p:spPr>
            <a:xfrm>
              <a:off x="508475" y="338459"/>
              <a:ext cx="6680572" cy="506120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4580" tIns="0" rIns="254580" bIns="0" numCol="1" spcCol="1270" anchor="ctr" anchorCtr="0">
              <a:noAutofit/>
            </a:bodyPr>
            <a:lstStyle/>
            <a:p>
              <a:pPr marL="0" lvl="0" indent="0" algn="l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900" b="1" kern="1200" dirty="0"/>
                <a:t>1. DSS02 - Manage Service Requests and Incidents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977756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8BE82-D51A-F9F9-46D5-0A96EB57F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C6B1A-A93F-B90A-3796-468AE1D56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Proses-Proses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dalam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Domain DSS yang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Terkait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dengan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Manajemen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Insiden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dan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Layanan</a:t>
            </a: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A76AE82-EE31-581D-25EF-46AE3DD9FB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34539702"/>
              </p:ext>
            </p:extLst>
          </p:nvPr>
        </p:nvGraphicFramePr>
        <p:xfrm>
          <a:off x="1154954" y="2603500"/>
          <a:ext cx="9621903" cy="341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C90BB9-4A93-95DA-A396-3FF80A83F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Ir. Khakim Ghozali M.MT - Departemen Teknologi Informasi FTEIC ITS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20E7C6-39B0-13AA-B307-B01ED167B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25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7F7FCC8-097E-4A62-10B7-DAA01450EAB6}"/>
              </a:ext>
            </a:extLst>
          </p:cNvPr>
          <p:cNvGrpSpPr/>
          <p:nvPr/>
        </p:nvGrpSpPr>
        <p:grpSpPr>
          <a:xfrm>
            <a:off x="2491007" y="1859510"/>
            <a:ext cx="6735332" cy="560880"/>
            <a:chOff x="481095" y="311079"/>
            <a:chExt cx="6735332" cy="560880"/>
          </a:xfrm>
          <a:solidFill>
            <a:srgbClr val="00204F"/>
          </a:solidFill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8C47783F-A2C9-187D-7756-E9DB2F0F01CE}"/>
                </a:ext>
              </a:extLst>
            </p:cNvPr>
            <p:cNvSpPr/>
            <p:nvPr/>
          </p:nvSpPr>
          <p:spPr>
            <a:xfrm>
              <a:off x="481095" y="311079"/>
              <a:ext cx="6735332" cy="560880"/>
            </a:xfrm>
            <a:prstGeom prst="round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8" name="Rectangle: Rounded Corners 4">
              <a:extLst>
                <a:ext uri="{FF2B5EF4-FFF2-40B4-BE49-F238E27FC236}">
                  <a16:creationId xmlns:a16="http://schemas.microsoft.com/office/drawing/2014/main" id="{874A6615-CB6F-5F81-BE27-29AFE89B57A7}"/>
                </a:ext>
              </a:extLst>
            </p:cNvPr>
            <p:cNvSpPr txBox="1"/>
            <p:nvPr/>
          </p:nvSpPr>
          <p:spPr>
            <a:xfrm>
              <a:off x="508475" y="338459"/>
              <a:ext cx="6680572" cy="506120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4580" tIns="0" rIns="254580" bIns="0" numCol="1" spcCol="1270" anchor="ctr" anchorCtr="0">
              <a:noAutofit/>
            </a:bodyPr>
            <a:lstStyle/>
            <a:p>
              <a:pPr marL="0" lvl="0" indent="0" algn="l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900" b="1" kern="1200" dirty="0"/>
                <a:t>1. DSS02 - Manage Service Requests and Incidents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243012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E9AC4-2D4D-82C2-0C4A-D6F590BDC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81F98-399D-07E3-54D5-80DF9199D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Proses-Proses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dalam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Domain DSS yang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Terkait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dengan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Manajemen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Insiden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dan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Layanan</a:t>
            </a: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1BC2094-822E-E9E2-CADA-C69A3B3DDC9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97070513"/>
              </p:ext>
            </p:extLst>
          </p:nvPr>
        </p:nvGraphicFramePr>
        <p:xfrm>
          <a:off x="1154954" y="2603500"/>
          <a:ext cx="9621903" cy="341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F5373-4A44-A2DC-EB2F-5C72D09B5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Ir. Khakim Ghozali M.MT - Departemen Teknologi Informasi FTEIC ITS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BF8B79-69E0-4F5C-1954-A144B6BD7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26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053FC62-AEE5-F160-7E27-1443A3FBF82D}"/>
              </a:ext>
            </a:extLst>
          </p:cNvPr>
          <p:cNvGrpSpPr/>
          <p:nvPr/>
        </p:nvGrpSpPr>
        <p:grpSpPr>
          <a:xfrm>
            <a:off x="2491007" y="1859510"/>
            <a:ext cx="6735332" cy="560880"/>
            <a:chOff x="481095" y="311079"/>
            <a:chExt cx="6735332" cy="560880"/>
          </a:xfrm>
          <a:solidFill>
            <a:srgbClr val="00204F"/>
          </a:solidFill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EEF5A982-B16C-D31F-513F-B82DA7E51C05}"/>
                </a:ext>
              </a:extLst>
            </p:cNvPr>
            <p:cNvSpPr/>
            <p:nvPr/>
          </p:nvSpPr>
          <p:spPr>
            <a:xfrm>
              <a:off x="481095" y="311079"/>
              <a:ext cx="6735332" cy="560880"/>
            </a:xfrm>
            <a:prstGeom prst="round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8" name="Rectangle: Rounded Corners 4">
              <a:extLst>
                <a:ext uri="{FF2B5EF4-FFF2-40B4-BE49-F238E27FC236}">
                  <a16:creationId xmlns:a16="http://schemas.microsoft.com/office/drawing/2014/main" id="{D3B00699-AC09-B48E-B899-A00A5FC790C5}"/>
                </a:ext>
              </a:extLst>
            </p:cNvPr>
            <p:cNvSpPr txBox="1"/>
            <p:nvPr/>
          </p:nvSpPr>
          <p:spPr>
            <a:xfrm>
              <a:off x="508475" y="338459"/>
              <a:ext cx="6680572" cy="506120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4580" tIns="0" rIns="254580" bIns="0" numCol="1" spcCol="1270" anchor="ctr" anchorCtr="0">
              <a:noAutofit/>
            </a:bodyPr>
            <a:lstStyle/>
            <a:p>
              <a:pPr lvl="0" algn="just"/>
              <a:r>
                <a:rPr lang="en-US" sz="2000" b="1" dirty="0"/>
                <a:t>2. DSS03 - Manage Problems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997463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6AB66-FDE7-9C4E-4A43-17B423856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4E98A-D6F6-B5DB-2A43-D86A36017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Proses-Proses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dalam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Domain DSS yang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Terkait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dengan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Manajemen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Insiden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dan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Layanan</a:t>
            </a: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A09E0E1-E899-1CF4-558A-EAFAC224D08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81946375"/>
              </p:ext>
            </p:extLst>
          </p:nvPr>
        </p:nvGraphicFramePr>
        <p:xfrm>
          <a:off x="1154954" y="2603500"/>
          <a:ext cx="9621903" cy="341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280EB4-45C1-5F59-D144-170FCEEF6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Ir. Khakim Ghozali M.MT - Departemen Teknologi Informasi FTEIC ITS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7D26A8-E362-D065-5A9A-10841713B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27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0C3DDC2-80EE-1772-FC56-344E68088D49}"/>
              </a:ext>
            </a:extLst>
          </p:cNvPr>
          <p:cNvGrpSpPr/>
          <p:nvPr/>
        </p:nvGrpSpPr>
        <p:grpSpPr>
          <a:xfrm>
            <a:off x="2491007" y="1859510"/>
            <a:ext cx="6735332" cy="560880"/>
            <a:chOff x="481095" y="311079"/>
            <a:chExt cx="6735332" cy="560880"/>
          </a:xfrm>
          <a:solidFill>
            <a:srgbClr val="00204F"/>
          </a:solidFill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5D5DE9-FDC9-BE1E-A70C-7A2826D340CD}"/>
                </a:ext>
              </a:extLst>
            </p:cNvPr>
            <p:cNvSpPr/>
            <p:nvPr/>
          </p:nvSpPr>
          <p:spPr>
            <a:xfrm>
              <a:off x="481095" y="311079"/>
              <a:ext cx="6735332" cy="560880"/>
            </a:xfrm>
            <a:prstGeom prst="round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8" name="Rectangle: Rounded Corners 4">
              <a:extLst>
                <a:ext uri="{FF2B5EF4-FFF2-40B4-BE49-F238E27FC236}">
                  <a16:creationId xmlns:a16="http://schemas.microsoft.com/office/drawing/2014/main" id="{6ED24DD6-2172-9A50-BE18-7C781D3764F1}"/>
                </a:ext>
              </a:extLst>
            </p:cNvPr>
            <p:cNvSpPr txBox="1"/>
            <p:nvPr/>
          </p:nvSpPr>
          <p:spPr>
            <a:xfrm>
              <a:off x="508475" y="338459"/>
              <a:ext cx="6680572" cy="506120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4580" tIns="0" rIns="254580" bIns="0" numCol="1" spcCol="1270" anchor="ctr" anchorCtr="0">
              <a:noAutofit/>
            </a:bodyPr>
            <a:lstStyle/>
            <a:p>
              <a:pPr lvl="0" algn="just"/>
              <a:r>
                <a:rPr lang="en-US" sz="2000" b="1" dirty="0"/>
                <a:t>2. DSS03 - Manage Problems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682918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C3217-7292-8AB9-875C-6A510813C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126F9-6C0C-D100-EB20-AC73DD41D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Proses-Proses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dalam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Domain DSS yang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Terkait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dengan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Manajemen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Insiden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dan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Layanan</a:t>
            </a: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101006B-0F48-8464-51AB-BB870A9D75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67156049"/>
              </p:ext>
            </p:extLst>
          </p:nvPr>
        </p:nvGraphicFramePr>
        <p:xfrm>
          <a:off x="1154954" y="2603500"/>
          <a:ext cx="9621903" cy="341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F792B-992A-FDCA-AFB3-418E972AA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Ir. Khakim Ghozali M.MT - Departemen Teknologi Informasi FTEIC ITS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AC911B-3551-757B-2947-908FDEBA1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28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19505D6-50E4-2A0D-0B87-D2FEE4BDB921}"/>
              </a:ext>
            </a:extLst>
          </p:cNvPr>
          <p:cNvGrpSpPr/>
          <p:nvPr/>
        </p:nvGrpSpPr>
        <p:grpSpPr>
          <a:xfrm>
            <a:off x="2491007" y="1859510"/>
            <a:ext cx="6735332" cy="560880"/>
            <a:chOff x="481095" y="311079"/>
            <a:chExt cx="6735332" cy="560880"/>
          </a:xfrm>
          <a:solidFill>
            <a:srgbClr val="00204F"/>
          </a:solidFill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049B3F25-34A8-1FFE-184C-24A44884D9A2}"/>
                </a:ext>
              </a:extLst>
            </p:cNvPr>
            <p:cNvSpPr/>
            <p:nvPr/>
          </p:nvSpPr>
          <p:spPr>
            <a:xfrm>
              <a:off x="481095" y="311079"/>
              <a:ext cx="6735332" cy="560880"/>
            </a:xfrm>
            <a:prstGeom prst="round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8" name="Rectangle: Rounded Corners 4">
              <a:extLst>
                <a:ext uri="{FF2B5EF4-FFF2-40B4-BE49-F238E27FC236}">
                  <a16:creationId xmlns:a16="http://schemas.microsoft.com/office/drawing/2014/main" id="{DFFA5B88-9302-DA99-205A-F8AAB29A6AC1}"/>
                </a:ext>
              </a:extLst>
            </p:cNvPr>
            <p:cNvSpPr txBox="1"/>
            <p:nvPr/>
          </p:nvSpPr>
          <p:spPr>
            <a:xfrm>
              <a:off x="508475" y="338459"/>
              <a:ext cx="6680572" cy="506120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4580" tIns="0" rIns="254580" bIns="0" numCol="1" spcCol="1270" anchor="ctr" anchorCtr="0">
              <a:noAutofit/>
            </a:bodyPr>
            <a:lstStyle/>
            <a:p>
              <a:pPr lvl="0" algn="just"/>
              <a:r>
                <a:rPr lang="en-US" sz="2000" b="1" dirty="0"/>
                <a:t>2. DSS03 - Manage Problems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162383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22B00-8711-1F6E-324C-2F7AD6153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77E26-4487-4AA5-B6A8-9B718B6D8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Proses-Proses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dalam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Domain DSS yang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Terkait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dengan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Manajemen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Insiden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dan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Layanan</a:t>
            </a: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99C66EC-5861-7061-8246-C755ABEFAF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2264735"/>
              </p:ext>
            </p:extLst>
          </p:nvPr>
        </p:nvGraphicFramePr>
        <p:xfrm>
          <a:off x="1154954" y="2603500"/>
          <a:ext cx="9621903" cy="341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3E5661-0E9D-03AD-2DD0-6D8D35D07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Ir. Khakim Ghozali M.MT - Departemen Teknologi Informasi FTEIC ITS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1BB185-B949-1D56-15F4-FF2EF578F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29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4B2C710-8094-EC1F-F686-C2940ABD3124}"/>
              </a:ext>
            </a:extLst>
          </p:cNvPr>
          <p:cNvGrpSpPr/>
          <p:nvPr/>
        </p:nvGrpSpPr>
        <p:grpSpPr>
          <a:xfrm>
            <a:off x="2491007" y="1859510"/>
            <a:ext cx="6735332" cy="560880"/>
            <a:chOff x="481095" y="311079"/>
            <a:chExt cx="6735332" cy="560880"/>
          </a:xfrm>
          <a:solidFill>
            <a:srgbClr val="00204F"/>
          </a:solidFill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926D8629-239C-7C32-C8EF-0497FB4684B6}"/>
                </a:ext>
              </a:extLst>
            </p:cNvPr>
            <p:cNvSpPr/>
            <p:nvPr/>
          </p:nvSpPr>
          <p:spPr>
            <a:xfrm>
              <a:off x="481095" y="311079"/>
              <a:ext cx="6735332" cy="560880"/>
            </a:xfrm>
            <a:prstGeom prst="round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8" name="Rectangle: Rounded Corners 4">
              <a:extLst>
                <a:ext uri="{FF2B5EF4-FFF2-40B4-BE49-F238E27FC236}">
                  <a16:creationId xmlns:a16="http://schemas.microsoft.com/office/drawing/2014/main" id="{769BA389-C1C6-5ABA-FB76-DDA0DBF59D7A}"/>
                </a:ext>
              </a:extLst>
            </p:cNvPr>
            <p:cNvSpPr txBox="1"/>
            <p:nvPr/>
          </p:nvSpPr>
          <p:spPr>
            <a:xfrm>
              <a:off x="508475" y="338459"/>
              <a:ext cx="6680572" cy="506120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4580" tIns="0" rIns="254580" bIns="0" numCol="1" spcCol="1270" anchor="ctr" anchorCtr="0">
              <a:noAutofit/>
            </a:bodyPr>
            <a:lstStyle/>
            <a:p>
              <a:pPr lvl="0" algn="just"/>
              <a:r>
                <a:rPr lang="en-US" sz="2000" b="1" dirty="0"/>
                <a:t>2. DSS03 - Manage Problems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414805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BFCEC-020A-C389-C515-4BB3DB9B8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27FFD-8255-B9E4-F117-CA53B7BEC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Proses-Proses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dalam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Domain DSS yang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Terkait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dengan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Manajemen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Insiden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dan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Layanan</a:t>
            </a: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5874E8C-AA70-6D65-9D52-CFE67EC0C2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850584"/>
              </p:ext>
            </p:extLst>
          </p:nvPr>
        </p:nvGraphicFramePr>
        <p:xfrm>
          <a:off x="1154954" y="2603500"/>
          <a:ext cx="9621903" cy="341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634B19-A064-3D9A-A759-13FD09F63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Ir. Khakim Ghozali M.MT - Departemen Teknologi Informasi FTEIC ITS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20EF5E-E91B-8E82-F4BD-CE3690D99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30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0ED6F33-A90C-059E-31AA-7D2E52C394FD}"/>
              </a:ext>
            </a:extLst>
          </p:cNvPr>
          <p:cNvGrpSpPr/>
          <p:nvPr/>
        </p:nvGrpSpPr>
        <p:grpSpPr>
          <a:xfrm>
            <a:off x="2491007" y="1859510"/>
            <a:ext cx="6735332" cy="560880"/>
            <a:chOff x="481095" y="311079"/>
            <a:chExt cx="6735332" cy="560880"/>
          </a:xfrm>
          <a:solidFill>
            <a:srgbClr val="00204F"/>
          </a:solidFill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5B664580-CCA3-C891-4108-C7C02B993902}"/>
                </a:ext>
              </a:extLst>
            </p:cNvPr>
            <p:cNvSpPr/>
            <p:nvPr/>
          </p:nvSpPr>
          <p:spPr>
            <a:xfrm>
              <a:off x="481095" y="311079"/>
              <a:ext cx="6735332" cy="560880"/>
            </a:xfrm>
            <a:prstGeom prst="round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8" name="Rectangle: Rounded Corners 4">
              <a:extLst>
                <a:ext uri="{FF2B5EF4-FFF2-40B4-BE49-F238E27FC236}">
                  <a16:creationId xmlns:a16="http://schemas.microsoft.com/office/drawing/2014/main" id="{A99A422D-46D2-D423-7CBB-8025D8FF6F41}"/>
                </a:ext>
              </a:extLst>
            </p:cNvPr>
            <p:cNvSpPr txBox="1"/>
            <p:nvPr/>
          </p:nvSpPr>
          <p:spPr>
            <a:xfrm>
              <a:off x="508475" y="338459"/>
              <a:ext cx="6680572" cy="506120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4580" tIns="0" rIns="254580" bIns="0" numCol="1" spcCol="1270" anchor="ctr" anchorCtr="0">
              <a:noAutofit/>
            </a:bodyPr>
            <a:lstStyle/>
            <a:p>
              <a:pPr lvl="0" algn="just"/>
              <a:r>
                <a:rPr lang="en-US" sz="2000" b="1" dirty="0"/>
                <a:t>2. DSS03 - Manage Problems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62671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8F935-668B-9618-DACC-97A4D14DC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7D650-2FEA-764C-436B-BC6665CAD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Proses-Proses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dalam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Domain DSS yang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Terkait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dengan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Manajemen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Insiden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dan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Layanan</a:t>
            </a: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811113B-02E3-96F7-C0DC-472C10941C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2211828"/>
              </p:ext>
            </p:extLst>
          </p:nvPr>
        </p:nvGraphicFramePr>
        <p:xfrm>
          <a:off x="1154954" y="2603500"/>
          <a:ext cx="9621903" cy="341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A9B0B8-37D8-23D1-CA57-0DE0C3FB1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Ir. Khakim Ghozali M.MT - Departemen Teknologi Informasi FTEIC ITS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96B987-BFB1-74BF-355A-DB9BFE994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31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E46F5C0-5EC2-FDFC-2EF9-90CC159F2A44}"/>
              </a:ext>
            </a:extLst>
          </p:cNvPr>
          <p:cNvGrpSpPr/>
          <p:nvPr/>
        </p:nvGrpSpPr>
        <p:grpSpPr>
          <a:xfrm>
            <a:off x="2491007" y="1859510"/>
            <a:ext cx="6735332" cy="560880"/>
            <a:chOff x="481095" y="311079"/>
            <a:chExt cx="6735332" cy="560880"/>
          </a:xfrm>
          <a:solidFill>
            <a:srgbClr val="00204F"/>
          </a:solidFill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B7E66D93-2D12-E739-979B-49497870683C}"/>
                </a:ext>
              </a:extLst>
            </p:cNvPr>
            <p:cNvSpPr/>
            <p:nvPr/>
          </p:nvSpPr>
          <p:spPr>
            <a:xfrm>
              <a:off x="481095" y="311079"/>
              <a:ext cx="6735332" cy="560880"/>
            </a:xfrm>
            <a:prstGeom prst="round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8" name="Rectangle: Rounded Corners 4">
              <a:extLst>
                <a:ext uri="{FF2B5EF4-FFF2-40B4-BE49-F238E27FC236}">
                  <a16:creationId xmlns:a16="http://schemas.microsoft.com/office/drawing/2014/main" id="{18BC17DB-E18C-90EF-9E9C-773B58E1240A}"/>
                </a:ext>
              </a:extLst>
            </p:cNvPr>
            <p:cNvSpPr txBox="1"/>
            <p:nvPr/>
          </p:nvSpPr>
          <p:spPr>
            <a:xfrm>
              <a:off x="508475" y="338459"/>
              <a:ext cx="6680572" cy="506120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4580" tIns="0" rIns="254580" bIns="0" numCol="1" spcCol="1270" anchor="ctr" anchorCtr="0">
              <a:noAutofit/>
            </a:bodyPr>
            <a:lstStyle/>
            <a:p>
              <a:pPr lvl="0" algn="just"/>
              <a:r>
                <a:rPr lang="en-US" sz="2000" b="1" dirty="0"/>
                <a:t>2. DSS03 - Manage Problems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881519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C1AA8-3985-5DBA-1BFA-E07B94ED5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A7267-9DA0-0E30-A1C2-EAD758A8A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Proses-Proses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dalam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Domain DSS yang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Terkait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dengan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Manajemen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Insiden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dan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Layanan</a:t>
            </a: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542E7BE-E45F-F9C8-4088-53D95E04C3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7111157"/>
              </p:ext>
            </p:extLst>
          </p:nvPr>
        </p:nvGraphicFramePr>
        <p:xfrm>
          <a:off x="1154954" y="2603500"/>
          <a:ext cx="9621903" cy="341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46E2EB-6B85-56EC-B967-F1C587FE0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Ir. Khakim Ghozali M.MT - Departemen Teknologi Informasi FTEIC ITS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4155A4-DB2D-4099-F3A7-5147CBBAA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32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0FA7687-64FF-99A6-FC99-281915B25F93}"/>
              </a:ext>
            </a:extLst>
          </p:cNvPr>
          <p:cNvGrpSpPr/>
          <p:nvPr/>
        </p:nvGrpSpPr>
        <p:grpSpPr>
          <a:xfrm>
            <a:off x="2491007" y="1859510"/>
            <a:ext cx="6735332" cy="560880"/>
            <a:chOff x="481095" y="311079"/>
            <a:chExt cx="6735332" cy="560880"/>
          </a:xfrm>
          <a:solidFill>
            <a:srgbClr val="00204F"/>
          </a:solidFill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B118F9A9-EE9F-B4EC-F02D-931599AD6299}"/>
                </a:ext>
              </a:extLst>
            </p:cNvPr>
            <p:cNvSpPr/>
            <p:nvPr/>
          </p:nvSpPr>
          <p:spPr>
            <a:xfrm>
              <a:off x="481095" y="311079"/>
              <a:ext cx="6735332" cy="560880"/>
            </a:xfrm>
            <a:prstGeom prst="round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8" name="Rectangle: Rounded Corners 4">
              <a:extLst>
                <a:ext uri="{FF2B5EF4-FFF2-40B4-BE49-F238E27FC236}">
                  <a16:creationId xmlns:a16="http://schemas.microsoft.com/office/drawing/2014/main" id="{8EE9D9BC-8B02-DF44-659D-446592A91D22}"/>
                </a:ext>
              </a:extLst>
            </p:cNvPr>
            <p:cNvSpPr txBox="1"/>
            <p:nvPr/>
          </p:nvSpPr>
          <p:spPr>
            <a:xfrm>
              <a:off x="508475" y="338459"/>
              <a:ext cx="6680572" cy="506120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4580" tIns="0" rIns="254580" bIns="0" numCol="1" spcCol="1270" anchor="ctr" anchorCtr="0">
              <a:noAutofit/>
            </a:bodyPr>
            <a:lstStyle/>
            <a:p>
              <a:pPr lvl="0" algn="just"/>
              <a:r>
                <a:rPr lang="en-US" sz="2000" b="1" dirty="0"/>
                <a:t>2. DSS03 - Manage Problems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8177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69354-18AD-7188-4C05-085844399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8D5F0-66BB-EA20-D576-0787632AE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Proses-Proses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dalam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Domain DSS yang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Terkait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dengan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Manajemen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Insiden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dan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Layanan</a:t>
            </a: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4AF6FCC-6CEE-8187-E1B1-C32CB998E3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75358337"/>
              </p:ext>
            </p:extLst>
          </p:nvPr>
        </p:nvGraphicFramePr>
        <p:xfrm>
          <a:off x="1154954" y="2603500"/>
          <a:ext cx="9621903" cy="341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09548F-27ED-2850-3F59-E4C06F618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Ir. Khakim Ghozali M.MT - Departemen Teknologi Informasi FTEIC ITS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70A186-342C-ED66-8FE3-C316CECFC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33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B25EF9F-3A0F-A0BC-8F5A-5F0869EDE731}"/>
              </a:ext>
            </a:extLst>
          </p:cNvPr>
          <p:cNvGrpSpPr/>
          <p:nvPr/>
        </p:nvGrpSpPr>
        <p:grpSpPr>
          <a:xfrm>
            <a:off x="2491007" y="1859510"/>
            <a:ext cx="6735332" cy="560880"/>
            <a:chOff x="481095" y="311079"/>
            <a:chExt cx="6735332" cy="560880"/>
          </a:xfrm>
          <a:solidFill>
            <a:srgbClr val="00204F"/>
          </a:solidFill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003050EB-FE9C-90F8-7F58-A632437C0961}"/>
                </a:ext>
              </a:extLst>
            </p:cNvPr>
            <p:cNvSpPr/>
            <p:nvPr/>
          </p:nvSpPr>
          <p:spPr>
            <a:xfrm>
              <a:off x="481095" y="311079"/>
              <a:ext cx="6735332" cy="560880"/>
            </a:xfrm>
            <a:prstGeom prst="round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8" name="Rectangle: Rounded Corners 4">
              <a:extLst>
                <a:ext uri="{FF2B5EF4-FFF2-40B4-BE49-F238E27FC236}">
                  <a16:creationId xmlns:a16="http://schemas.microsoft.com/office/drawing/2014/main" id="{96B3EE2C-0C6C-6210-BA46-0DD30110622B}"/>
                </a:ext>
              </a:extLst>
            </p:cNvPr>
            <p:cNvSpPr txBox="1"/>
            <p:nvPr/>
          </p:nvSpPr>
          <p:spPr>
            <a:xfrm>
              <a:off x="508475" y="338459"/>
              <a:ext cx="6680572" cy="506120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4580" tIns="0" rIns="254580" bIns="0" numCol="1" spcCol="1270" anchor="ctr" anchorCtr="0">
              <a:noAutofit/>
            </a:bodyPr>
            <a:lstStyle/>
            <a:p>
              <a:pPr lvl="0" algn="just"/>
              <a:r>
                <a:rPr lang="en-US" sz="2000" b="1" dirty="0"/>
                <a:t>2. DSS03 - Manage Problems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566645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21AB3-7FE0-0AF4-8888-1B212A8F5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515F7-0AAE-96D0-BD5D-57377A82F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sz="2800" b="1" dirty="0" err="1"/>
              <a:t>Studi</a:t>
            </a:r>
            <a:r>
              <a:rPr lang="en-US" sz="2800" b="1" dirty="0"/>
              <a:t> </a:t>
            </a:r>
            <a:r>
              <a:rPr lang="en-US" sz="2800" b="1" dirty="0" err="1"/>
              <a:t>Kasus</a:t>
            </a:r>
            <a:r>
              <a:rPr lang="en-US" sz="2800" b="1" dirty="0"/>
              <a:t>: </a:t>
            </a:r>
            <a:r>
              <a:rPr lang="en-US" sz="2800" b="1" dirty="0" err="1"/>
              <a:t>Implementasi</a:t>
            </a:r>
            <a:r>
              <a:rPr lang="en-US" sz="2800" b="1" dirty="0"/>
              <a:t> </a:t>
            </a:r>
            <a:r>
              <a:rPr lang="en-US" sz="2800" b="1" dirty="0" err="1"/>
              <a:t>Manajemen</a:t>
            </a:r>
            <a:r>
              <a:rPr lang="en-US" sz="2800" b="1" dirty="0"/>
              <a:t> </a:t>
            </a:r>
            <a:r>
              <a:rPr lang="en-US" sz="2800" b="1" dirty="0" err="1"/>
              <a:t>Insiden</a:t>
            </a:r>
            <a:r>
              <a:rPr lang="en-US" sz="2800" b="1" dirty="0"/>
              <a:t> di Perusahaan </a:t>
            </a:r>
            <a:r>
              <a:rPr lang="en-US" sz="2800" b="1" dirty="0" err="1"/>
              <a:t>Teknologi</a:t>
            </a:r>
            <a:endParaRPr lang="en-US" sz="28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B9A218D-2E0D-585E-30EC-7679D6934D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5999834"/>
              </p:ext>
            </p:extLst>
          </p:nvPr>
        </p:nvGraphicFramePr>
        <p:xfrm>
          <a:off x="1154954" y="2603500"/>
          <a:ext cx="9621903" cy="341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37A1AF-D389-C5ED-3B87-2BB210A19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Ir. Khakim Ghozali M.MT - Departemen Teknologi Informasi FTEIC ITS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5AF5A5-522C-D5FC-F8EC-D310E5F61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08126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7609D-EA77-6358-A07A-524D7A990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A84A3-ED07-7ECF-09BC-0C8228433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sz="2800" b="1" dirty="0" err="1"/>
              <a:t>Studi</a:t>
            </a:r>
            <a:r>
              <a:rPr lang="en-US" sz="2800" b="1" dirty="0"/>
              <a:t> </a:t>
            </a:r>
            <a:r>
              <a:rPr lang="en-US" sz="2800" b="1" dirty="0" err="1"/>
              <a:t>Kasus</a:t>
            </a:r>
            <a:r>
              <a:rPr lang="en-US" sz="2800" b="1" dirty="0"/>
              <a:t>: </a:t>
            </a:r>
            <a:r>
              <a:rPr lang="en-US" sz="2800" b="1" dirty="0" err="1"/>
              <a:t>Implementasi</a:t>
            </a:r>
            <a:r>
              <a:rPr lang="en-US" sz="2800" b="1" dirty="0"/>
              <a:t> </a:t>
            </a:r>
            <a:r>
              <a:rPr lang="en-US" sz="2800" b="1" dirty="0" err="1"/>
              <a:t>Manajemen</a:t>
            </a:r>
            <a:r>
              <a:rPr lang="en-US" sz="2800" b="1" dirty="0"/>
              <a:t> </a:t>
            </a:r>
            <a:r>
              <a:rPr lang="en-US" sz="2800" b="1" dirty="0" err="1"/>
              <a:t>Insiden</a:t>
            </a:r>
            <a:r>
              <a:rPr lang="en-US" sz="2800" b="1" dirty="0"/>
              <a:t> di Perusahaan </a:t>
            </a:r>
            <a:r>
              <a:rPr lang="en-US" sz="2800" b="1" dirty="0" err="1"/>
              <a:t>Teknologi</a:t>
            </a:r>
            <a:endParaRPr lang="en-US" sz="28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95F579C-C331-4639-7954-7B45E253C3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70653835"/>
              </p:ext>
            </p:extLst>
          </p:nvPr>
        </p:nvGraphicFramePr>
        <p:xfrm>
          <a:off x="1154954" y="2603500"/>
          <a:ext cx="9621903" cy="341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F890C-AA20-2FEF-9FF4-F399E8F9D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Ir. Khakim Ghozali M.MT - Departemen Teknologi Informasi FTEIC ITS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C7AB7B-842D-B1D4-7BA5-55400D2FD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56645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2FA01-0E6E-F3DA-D566-A7DAA3BDF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6C750-5485-BC46-ED12-6CB920794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sz="2800" b="1" dirty="0" err="1"/>
              <a:t>Studi</a:t>
            </a:r>
            <a:r>
              <a:rPr lang="en-US" sz="2800" b="1" dirty="0"/>
              <a:t> </a:t>
            </a:r>
            <a:r>
              <a:rPr lang="en-US" sz="2800" b="1" dirty="0" err="1"/>
              <a:t>Kasus</a:t>
            </a:r>
            <a:r>
              <a:rPr lang="en-US" sz="2800" b="1" dirty="0"/>
              <a:t>: </a:t>
            </a:r>
            <a:r>
              <a:rPr lang="en-US" sz="2800" b="1" dirty="0" err="1"/>
              <a:t>Implementasi</a:t>
            </a:r>
            <a:r>
              <a:rPr lang="en-US" sz="2800" b="1" dirty="0"/>
              <a:t> </a:t>
            </a:r>
            <a:r>
              <a:rPr lang="en-US" sz="2800" b="1" dirty="0" err="1"/>
              <a:t>Manajemen</a:t>
            </a:r>
            <a:r>
              <a:rPr lang="en-US" sz="2800" b="1" dirty="0"/>
              <a:t> </a:t>
            </a:r>
            <a:r>
              <a:rPr lang="en-US" sz="2800" b="1" dirty="0" err="1"/>
              <a:t>Insiden</a:t>
            </a:r>
            <a:r>
              <a:rPr lang="en-US" sz="2800" b="1" dirty="0"/>
              <a:t> di Perusahaan </a:t>
            </a:r>
            <a:r>
              <a:rPr lang="en-US" sz="2800" b="1" dirty="0" err="1"/>
              <a:t>Teknologi</a:t>
            </a:r>
            <a:endParaRPr lang="en-US" sz="28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4C59CE2-145C-81A4-901A-8DB03827C9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45869789"/>
              </p:ext>
            </p:extLst>
          </p:nvPr>
        </p:nvGraphicFramePr>
        <p:xfrm>
          <a:off x="1154954" y="2286000"/>
          <a:ext cx="9621903" cy="3733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23E15E-3257-AE7F-1BD6-C1965F8C3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Ir. Khakim Ghozali M.MT - Departemen Teknologi Informasi FTEIC ITS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62F166-B314-02D3-CFBA-69CF60BEB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80927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3557C-EDC9-1D7B-414F-DC4866516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B2CE6-2469-674F-20DB-5DD1901D9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sz="2800" b="1" dirty="0" err="1"/>
              <a:t>Studi</a:t>
            </a:r>
            <a:r>
              <a:rPr lang="en-US" sz="2800" b="1" dirty="0"/>
              <a:t> </a:t>
            </a:r>
            <a:r>
              <a:rPr lang="en-US" sz="2800" b="1" dirty="0" err="1"/>
              <a:t>Kasus</a:t>
            </a:r>
            <a:r>
              <a:rPr lang="en-US" sz="2800" b="1" dirty="0"/>
              <a:t>: </a:t>
            </a:r>
            <a:r>
              <a:rPr lang="en-US" sz="2800" b="1" dirty="0" err="1"/>
              <a:t>Implementasi</a:t>
            </a:r>
            <a:r>
              <a:rPr lang="en-US" sz="2800" b="1" dirty="0"/>
              <a:t> </a:t>
            </a:r>
            <a:r>
              <a:rPr lang="en-US" sz="2800" b="1" dirty="0" err="1"/>
              <a:t>Manajemen</a:t>
            </a:r>
            <a:r>
              <a:rPr lang="en-US" sz="2800" b="1" dirty="0"/>
              <a:t> </a:t>
            </a:r>
            <a:r>
              <a:rPr lang="en-US" sz="2800" b="1" dirty="0" err="1"/>
              <a:t>Insiden</a:t>
            </a:r>
            <a:r>
              <a:rPr lang="en-US" sz="2800" b="1" dirty="0"/>
              <a:t> di Perusahaan </a:t>
            </a:r>
            <a:r>
              <a:rPr lang="en-US" sz="2800" b="1" dirty="0" err="1"/>
              <a:t>Teknologi</a:t>
            </a:r>
            <a:endParaRPr lang="en-US" sz="28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93DD186-098D-39A8-5A0E-9583D2577C3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154954" y="2819400"/>
          <a:ext cx="9621903" cy="3200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7524BB-DBAC-308B-7507-4A44D903C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Ir. Khakim Ghozali M.MT - Departemen Teknologi Informasi FTEIC ITS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DE7168-F8B2-DA38-70AA-592CC3F30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39915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FA036-DE24-A277-7997-6B43B8033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AA89B-8508-AC20-0281-9339D08D6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just"/>
            <a:r>
              <a:rPr lang="en-US" sz="4400" b="1" dirty="0"/>
              <a:t>Bahan </a:t>
            </a:r>
            <a:r>
              <a:rPr lang="en-US" sz="4400" b="1" dirty="0" err="1"/>
              <a:t>Bacaan</a:t>
            </a:r>
            <a:endParaRPr lang="en-US" sz="4400" b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A39D0B4-AEF5-9AB8-C38D-B36E656BF6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10812800"/>
              </p:ext>
            </p:extLst>
          </p:nvPr>
        </p:nvGraphicFramePr>
        <p:xfrm>
          <a:off x="1154954" y="2416629"/>
          <a:ext cx="9621903" cy="381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193221-D60C-464D-A939-314ABA812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Ir. Khakim Ghozali M.MT - Departemen Teknologi Informasi FTEIC ITS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1A0544-DA85-779E-BBA3-07AAE6C29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6406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EE5818"/>
      </a:dk2>
      <a:lt2>
        <a:srgbClr val="EBEBEB"/>
      </a:lt2>
      <a:accent1>
        <a:srgbClr val="F5A408"/>
      </a:accent1>
      <a:accent2>
        <a:srgbClr val="FA731A"/>
      </a:accent2>
      <a:accent3>
        <a:srgbClr val="AB9281"/>
      </a:accent3>
      <a:accent4>
        <a:srgbClr val="A18CD0"/>
      </a:accent4>
      <a:accent5>
        <a:srgbClr val="8EBBD2"/>
      </a:accent5>
      <a:accent6>
        <a:srgbClr val="ACC995"/>
      </a:accent6>
      <a:hlink>
        <a:srgbClr val="FAC96A"/>
      </a:hlink>
      <a:folHlink>
        <a:srgbClr val="FCDB9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04000"/>
                <a:satMod val="128000"/>
                <a:lumMod val="10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68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2000"/>
                <a:hueMod val="42000"/>
                <a:satMod val="124000"/>
                <a:lumMod val="62000"/>
              </a:schemeClr>
              <a:schemeClr val="phClr">
                <a:tint val="96000"/>
                <a:satMod val="13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F1C4790-FE3C-4020-8CA7-00621DA7BBB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1432</TotalTime>
  <Words>2386</Words>
  <Application>Microsoft Office PowerPoint</Application>
  <PresentationFormat>Widescreen</PresentationFormat>
  <Paragraphs>258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4" baseType="lpstr">
      <vt:lpstr>Calibri</vt:lpstr>
      <vt:lpstr>Century Gothic</vt:lpstr>
      <vt:lpstr>Courier New</vt:lpstr>
      <vt:lpstr>Symbol</vt:lpstr>
      <vt:lpstr>Wingdings 3</vt:lpstr>
      <vt:lpstr>Ion Boardroom</vt:lpstr>
      <vt:lpstr>MODUL 11 DOMAIN DELIVER, SERVICE AND SUPPORT (DSS) LANJUTAN</vt:lpstr>
      <vt:lpstr>MATERI</vt:lpstr>
      <vt:lpstr>1. Studi kasus dan aplikasi praktis domain DSS.</vt:lpstr>
      <vt:lpstr>Studi Kasus dan Aplikasi Praktis Domain DSS COBIT 2019</vt:lpstr>
      <vt:lpstr>Studi Kasus 1: Manajemen Insiden di Perusahaan Telekomunikasi Proses DSS yang Relevan:</vt:lpstr>
      <vt:lpstr>Studi Kasus 1: Manajemen Insiden di Perusahaan Telekomunikasi </vt:lpstr>
      <vt:lpstr>Studi Kasus 1: Manajemen Insiden di Perusahaan Telekomunikasi </vt:lpstr>
      <vt:lpstr>Studi Kasus 2: Pemulihan Bencana di Bank Multinasional</vt:lpstr>
      <vt:lpstr>Studi Kasus 2: Pemulihan Bencana di Bank Multinasional</vt:lpstr>
      <vt:lpstr>Studi Kasus 2: Pemulihan Bencana di Bank Multinasional</vt:lpstr>
      <vt:lpstr>Studi Kasus 2: Pemulihan Bencana di Bank Multinasional</vt:lpstr>
      <vt:lpstr>Studi Kasus 3: Pengelolaan Keamanan Informasi di Perusahaan E-commerce</vt:lpstr>
      <vt:lpstr>Studi Kasus 3: Pengelolaan Keamanan Informasi di Perusahaan E-commerce</vt:lpstr>
      <vt:lpstr>Studi Kasus 3: Pengelolaan Keamanan Informasi di Perusahaan E-commerce</vt:lpstr>
      <vt:lpstr>Studi Kasus 3: Pengelolaan Keamanan Informasi di Perusahaan E-commerce</vt:lpstr>
      <vt:lpstr>Implementasi Praktis dalam Organisasi</vt:lpstr>
      <vt:lpstr>Implementasi Praktis dalam Organisasi</vt:lpstr>
      <vt:lpstr>Implementasi Praktis dalam Organisasi</vt:lpstr>
      <vt:lpstr>2. Manajemen Insiden dan Layanan Dalam Domain DSS.</vt:lpstr>
      <vt:lpstr>Manajemen insiden dan layanan dalam domain DSS.</vt:lpstr>
      <vt:lpstr>Proses-Proses dalam Domain DSS yang Terkait dengan Manajemen Insiden dan Layanan</vt:lpstr>
      <vt:lpstr>Proses-Proses dalam Domain DSS yang Terkait dengan Manajemen Insiden dan Layanan</vt:lpstr>
      <vt:lpstr>Proses-Proses dalam Domain DSS yang Terkait dengan Manajemen Insiden dan Layanan</vt:lpstr>
      <vt:lpstr>Proses-Proses dalam Domain DSS yang Terkait dengan Manajemen Insiden dan Layanan</vt:lpstr>
      <vt:lpstr>Proses-Proses dalam Domain DSS yang Terkait dengan Manajemen Insiden dan Layanan</vt:lpstr>
      <vt:lpstr>Proses-Proses dalam Domain DSS yang Terkait dengan Manajemen Insiden dan Layanan</vt:lpstr>
      <vt:lpstr>Proses-Proses dalam Domain DSS yang Terkait dengan Manajemen Insiden dan Layanan</vt:lpstr>
      <vt:lpstr>Proses-Proses dalam Domain DSS yang Terkait dengan Manajemen Insiden dan Layanan</vt:lpstr>
      <vt:lpstr>Proses-Proses dalam Domain DSS yang Terkait dengan Manajemen Insiden dan Layanan</vt:lpstr>
      <vt:lpstr>Proses-Proses dalam Domain DSS yang Terkait dengan Manajemen Insiden dan Layanan</vt:lpstr>
      <vt:lpstr>Proses-Proses dalam Domain DSS yang Terkait dengan Manajemen Insiden dan Layanan</vt:lpstr>
      <vt:lpstr>Proses-Proses dalam Domain DSS yang Terkait dengan Manajemen Insiden dan Layanan</vt:lpstr>
      <vt:lpstr>Proses-Proses dalam Domain DSS yang Terkait dengan Manajemen Insiden dan Layanan</vt:lpstr>
      <vt:lpstr>Studi Kasus: Implementasi Manajemen Insiden di Perusahaan Teknologi</vt:lpstr>
      <vt:lpstr>Studi Kasus: Implementasi Manajemen Insiden di Perusahaan Teknologi</vt:lpstr>
      <vt:lpstr>Studi Kasus: Implementasi Manajemen Insiden di Perusahaan Teknologi</vt:lpstr>
      <vt:lpstr>Studi Kasus: Implementasi Manajemen Insiden di Perusahaan Teknologi</vt:lpstr>
      <vt:lpstr>Bahan Bacaan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Haa Rier</dc:creator>
  <cp:lastModifiedBy>Yudi Nandanjaya</cp:lastModifiedBy>
  <cp:revision>325</cp:revision>
  <dcterms:created xsi:type="dcterms:W3CDTF">2024-08-14T03:24:39Z</dcterms:created>
  <dcterms:modified xsi:type="dcterms:W3CDTF">2025-11-23T13:01:00Z</dcterms:modified>
</cp:coreProperties>
</file>